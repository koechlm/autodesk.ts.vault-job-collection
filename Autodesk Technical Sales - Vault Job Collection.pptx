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2.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9" r:id="rId2"/>
    <p:sldMasterId id="2147483782" r:id="rId3"/>
  </p:sldMasterIdLst>
  <p:notesMasterIdLst>
    <p:notesMasterId r:id="rId14"/>
  </p:notesMasterIdLst>
  <p:sldIdLst>
    <p:sldId id="2147483243" r:id="rId4"/>
    <p:sldId id="2147483245" r:id="rId5"/>
    <p:sldId id="2147483281" r:id="rId6"/>
    <p:sldId id="2147483282" r:id="rId7"/>
    <p:sldId id="2147479707" r:id="rId8"/>
    <p:sldId id="2147479708" r:id="rId9"/>
    <p:sldId id="2147479709" r:id="rId10"/>
    <p:sldId id="2147483286" r:id="rId11"/>
    <p:sldId id="2147483244" r:id="rId12"/>
    <p:sldId id="214748328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142" d="100"/>
          <a:sy n="142" d="100"/>
        </p:scale>
        <p:origin x="237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EA14D-8258-46CB-9F2A-9D17C88689C6}" type="datetimeFigureOut">
              <a:rPr lang="en-US" smtClean="0"/>
              <a:t>2026-04-09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A5A51F-83B4-4C01-B6C8-AABBE9B0D8DB}" type="slidenum">
              <a:rPr lang="en-US" smtClean="0"/>
              <a:t>‹#›</a:t>
            </a:fld>
            <a:endParaRPr lang="en-US"/>
          </a:p>
        </p:txBody>
      </p:sp>
    </p:spTree>
    <p:extLst>
      <p:ext uri="{BB962C8B-B14F-4D97-AF65-F5344CB8AC3E}">
        <p14:creationId xmlns:p14="http://schemas.microsoft.com/office/powerpoint/2010/main" val="3996546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1191-B081-9C7B-C19D-695A7D382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481B5-A13E-E207-40BA-09CEE50125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8BCB4A-AA07-F424-CE40-3CA78990F3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5DC9DF-E150-8411-08E1-DEBB45EF17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0070AB-700D-40BF-8C3D-B4A4790274D8}" type="slidenum">
              <a:rPr kumimoji="0" lang="en-DE"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DE"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7864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E07D-C735-F16F-8E3B-C530613ED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79F07-8389-6BC8-1580-19EE1453FA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B2ACDC-769D-0C04-41DB-2A920E252C9C}"/>
              </a:ext>
            </a:extLst>
          </p:cNvPr>
          <p:cNvSpPr>
            <a:spLocks noGrp="1"/>
          </p:cNvSpPr>
          <p:nvPr>
            <p:ph type="body" idx="1"/>
          </p:nvPr>
        </p:nvSpPr>
        <p:spPr/>
        <p:txBody>
          <a:bodyPr/>
          <a:lstStyle/>
          <a:p>
            <a:endParaRPr lang="en-SG">
              <a:effectLst/>
              <a:latin typeface="Helvetica Neue" panose="02000503000000020004" pitchFamily="2" charset="0"/>
            </a:endParaRPr>
          </a:p>
          <a:p>
            <a:endParaRPr lang="en-US"/>
          </a:p>
        </p:txBody>
      </p:sp>
      <p:sp>
        <p:nvSpPr>
          <p:cNvPr id="4" name="Slide Number Placeholder 3">
            <a:extLst>
              <a:ext uri="{FF2B5EF4-FFF2-40B4-BE49-F238E27FC236}">
                <a16:creationId xmlns:a16="http://schemas.microsoft.com/office/drawing/2014/main" id="{9B067F60-5040-E068-F07C-9B063874D09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E2C8280-5F62-3D48-BBB9-576BF0EE92F4}" type="slidenum">
              <a:rPr kumimoji="0" lang="uk-U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uk-U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363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E07D-C735-F16F-8E3B-C530613ED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79F07-8389-6BC8-1580-19EE1453FA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B2ACDC-769D-0C04-41DB-2A920E252C9C}"/>
              </a:ext>
            </a:extLst>
          </p:cNvPr>
          <p:cNvSpPr>
            <a:spLocks noGrp="1"/>
          </p:cNvSpPr>
          <p:nvPr>
            <p:ph type="body" idx="1"/>
          </p:nvPr>
        </p:nvSpPr>
        <p:spPr/>
        <p:txBody>
          <a:bodyPr/>
          <a:lstStyle/>
          <a:p>
            <a:endParaRPr lang="en-SG">
              <a:effectLst/>
              <a:latin typeface="Helvetica Neue" panose="02000503000000020004" pitchFamily="2" charset="0"/>
            </a:endParaRPr>
          </a:p>
          <a:p>
            <a:endParaRPr lang="en-US"/>
          </a:p>
        </p:txBody>
      </p:sp>
      <p:sp>
        <p:nvSpPr>
          <p:cNvPr id="4" name="Slide Number Placeholder 3">
            <a:extLst>
              <a:ext uri="{FF2B5EF4-FFF2-40B4-BE49-F238E27FC236}">
                <a16:creationId xmlns:a16="http://schemas.microsoft.com/office/drawing/2014/main" id="{9B067F60-5040-E068-F07C-9B063874D09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E2C8280-5F62-3D48-BBB9-576BF0EE92F4}" type="slidenum">
              <a:rPr kumimoji="0" lang="uk-U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uk-U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8973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3.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3.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2.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2.xml"/><Relationship Id="rId5" Type="http://schemas.openxmlformats.org/officeDocument/2006/relationships/image" Target="../media/image1.jpeg"/><Relationship Id="rId4" Type="http://schemas.openxmlformats.org/officeDocument/2006/relationships/image" Target="../media/image3.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3.xml"/><Relationship Id="rId5" Type="http://schemas.openxmlformats.org/officeDocument/2006/relationships/image" Target="../media/image10.png"/><Relationship Id="rId4" Type="http://schemas.openxmlformats.org/officeDocument/2006/relationships/image" Target="../media/image3.sv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3.sv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12.svg"/></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81B622-22E7-481D-84F8-A506AA3B9B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8" name="Rectangle 17">
            <a:extLst>
              <a:ext uri="{FF2B5EF4-FFF2-40B4-BE49-F238E27FC236}">
                <a16:creationId xmlns:a16="http://schemas.microsoft.com/office/drawing/2014/main" id="{B579C492-4237-4928-8DC6-BACCE812C0D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50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1" name="Picture 10" descr="Logo, company name&#10;&#10;Description automatically generated">
            <a:extLst>
              <a:ext uri="{FF2B5EF4-FFF2-40B4-BE49-F238E27FC236}">
                <a16:creationId xmlns:a16="http://schemas.microsoft.com/office/drawing/2014/main" id="{426073FA-F6E4-44BC-9931-33D41CF28D4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54817" y="2342995"/>
            <a:ext cx="1342247" cy="13422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337311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 Vault 202x">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81B622-22E7-481D-84F8-A506AA3B9B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8" name="Rectangle 17">
            <a:extLst>
              <a:ext uri="{FF2B5EF4-FFF2-40B4-BE49-F238E27FC236}">
                <a16:creationId xmlns:a16="http://schemas.microsoft.com/office/drawing/2014/main" id="{B579C492-4237-4928-8DC6-BACCE812C0D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2400" dirty="0"/>
          </a:p>
        </p:txBody>
      </p:sp>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endParaRPr lang="en-US" dirty="0"/>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91255"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1604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pic>
        <p:nvPicPr>
          <p:cNvPr id="13" name="Picture Placeholder 6">
            <a:extLst>
              <a:ext uri="{FF2B5EF4-FFF2-40B4-BE49-F238E27FC236}">
                <a16:creationId xmlns:a16="http://schemas.microsoft.com/office/drawing/2014/main" id="{1984AB2D-769C-4291-BA8A-3A21840DBE3E}"/>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11" name="Rectangle 10">
            <a:extLst>
              <a:ext uri="{FF2B5EF4-FFF2-40B4-BE49-F238E27FC236}">
                <a16:creationId xmlns:a16="http://schemas.microsoft.com/office/drawing/2014/main" id="{33BBD940-C0AC-42F5-919E-FDED7E6BBB10}"/>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Graphic 31">
            <a:extLst>
              <a:ext uri="{FF2B5EF4-FFF2-40B4-BE49-F238E27FC236}">
                <a16:creationId xmlns:a16="http://schemas.microsoft.com/office/drawing/2014/main" id="{CCAE7F29-2806-4B09-B264-109F01E4225C}"/>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Source Placeholder 4">
            <a:extLst>
              <a:ext uri="{FF2B5EF4-FFF2-40B4-BE49-F238E27FC236}">
                <a16:creationId xmlns:a16="http://schemas.microsoft.com/office/drawing/2014/main" id="{34633426-AD31-4A24-843F-ABC63DD91391}"/>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10" name="Text Placeholder 2">
            <a:extLst>
              <a:ext uri="{FF2B5EF4-FFF2-40B4-BE49-F238E27FC236}">
                <a16:creationId xmlns:a16="http://schemas.microsoft.com/office/drawing/2014/main" id="{F76B059C-68C7-4BA1-865C-0BBBAB62CC5B}"/>
              </a:ext>
            </a:extLst>
          </p:cNvPr>
          <p:cNvSpPr>
            <a:spLocks noGrp="1"/>
          </p:cNvSpPr>
          <p:nvPr>
            <p:ph type="body" idx="1"/>
          </p:nvPr>
        </p:nvSpPr>
        <p:spPr>
          <a:xfrm>
            <a:off x="983194" y="3962675"/>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2" name="Title 1">
            <a:extLst>
              <a:ext uri="{FF2B5EF4-FFF2-40B4-BE49-F238E27FC236}">
                <a16:creationId xmlns:a16="http://schemas.microsoft.com/office/drawing/2014/main" id="{FE3B0E54-EEB9-4D2B-9BCF-83C16191894C}"/>
              </a:ext>
            </a:extLst>
          </p:cNvPr>
          <p:cNvSpPr>
            <a:spLocks noGrp="1"/>
          </p:cNvSpPr>
          <p:nvPr>
            <p:ph type="title" hasCustomPrompt="1"/>
          </p:nvPr>
        </p:nvSpPr>
        <p:spPr>
          <a:xfrm>
            <a:off x="983192" y="2354239"/>
            <a:ext cx="8327136" cy="1477328"/>
          </a:xfrm>
        </p:spPr>
        <p:txBody>
          <a:bodyPr/>
          <a:lstStyle>
            <a:lvl1pPr>
              <a:defRPr sz="5333"/>
            </a:lvl1pPr>
          </a:lstStyle>
          <a:p>
            <a:r>
              <a:rPr lang="en-US" dirty="0"/>
              <a:t>Divider title can</a:t>
            </a:r>
            <a:br>
              <a:rPr lang="en-US" dirty="0"/>
            </a:br>
            <a:r>
              <a:rPr lang="en-US" dirty="0"/>
              <a:t>extend to two lines</a:t>
            </a:r>
          </a:p>
        </p:txBody>
      </p:sp>
    </p:spTree>
    <p:extLst>
      <p:ext uri="{BB962C8B-B14F-4D97-AF65-F5344CB8AC3E}">
        <p14:creationId xmlns:p14="http://schemas.microsoft.com/office/powerpoint/2010/main" val="2218803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A0F4208-462B-4E4E-B151-F264970D043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pic>
        <p:nvPicPr>
          <p:cNvPr id="21" name="Graphic 20">
            <a:extLst>
              <a:ext uri="{FF2B5EF4-FFF2-40B4-BE49-F238E27FC236}">
                <a16:creationId xmlns:a16="http://schemas.microsoft.com/office/drawing/2014/main" id="{4FB9A8C5-61C1-4CC8-8ECC-99AB80C7715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88951" y="495181"/>
            <a:ext cx="1988149" cy="203849"/>
          </a:xfrm>
          <a:prstGeom prst="rect">
            <a:avLst/>
          </a:prstGeom>
        </p:spPr>
      </p:pic>
      <p:sp>
        <p:nvSpPr>
          <p:cNvPr id="3" name="Subtitle 2"/>
          <p:cNvSpPr>
            <a:spLocks noGrp="1"/>
          </p:cNvSpPr>
          <p:nvPr>
            <p:ph type="subTitle" idx="1" hasCustomPrompt="1"/>
          </p:nvPr>
        </p:nvSpPr>
        <p:spPr>
          <a:xfrm>
            <a:off x="488950" y="3976925"/>
            <a:ext cx="7353300" cy="332399"/>
          </a:xfrm>
        </p:spPr>
        <p:txBody>
          <a:bodyPr>
            <a:spAutoFit/>
          </a:bodyPr>
          <a:lstStyle>
            <a:lvl1pPr marL="0" indent="0" algn="l">
              <a:lnSpc>
                <a:spcPct val="90000"/>
              </a:lnSpc>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488949" y="5670849"/>
            <a:ext cx="5120643" cy="287259"/>
          </a:xfrm>
        </p:spPr>
        <p:txBody>
          <a:bodyPr wrap="square">
            <a:spAutoFit/>
          </a:bodyPr>
          <a:lstStyle>
            <a:lvl1pPr marL="0" indent="0">
              <a:buNone/>
              <a:defRPr sz="1867"/>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488949" y="5955099"/>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77000"/>
            <a:ext cx="11743269"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A7A55D6C-1CDB-4CD7-AAA2-9D100ECD57F0}"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F55D68E9-5580-4A00-AD65-557EB47CE195}"/>
              </a:ext>
            </a:extLst>
          </p:cNvPr>
          <p:cNvSpPr>
            <a:spLocks noGrp="1"/>
          </p:cNvSpPr>
          <p:nvPr>
            <p:ph type="title" hasCustomPrompt="1"/>
          </p:nvPr>
        </p:nvSpPr>
        <p:spPr>
          <a:xfrm>
            <a:off x="491321" y="1598502"/>
            <a:ext cx="8316383" cy="2215991"/>
          </a:xfrm>
        </p:spPr>
        <p:txBody>
          <a:bodyPr anchor="b"/>
          <a:lstStyle>
            <a:lvl1pPr>
              <a:defRPr sz="5333"/>
            </a:lvl1pPr>
          </a:lstStyle>
          <a:p>
            <a:r>
              <a:rPr lang="en-US" dirty="0"/>
              <a:t>Presentation title </a:t>
            </a:r>
            <a:br>
              <a:rPr lang="en-US" dirty="0"/>
            </a:br>
            <a:r>
              <a:rPr lang="en-US" dirty="0"/>
              <a:t>extends to two </a:t>
            </a:r>
            <a:br>
              <a:rPr lang="en-US" dirty="0"/>
            </a:br>
            <a:r>
              <a:rPr lang="en-US" dirty="0"/>
              <a:t>or more lines</a:t>
            </a:r>
          </a:p>
        </p:txBody>
      </p:sp>
    </p:spTree>
    <p:extLst>
      <p:ext uri="{BB962C8B-B14F-4D97-AF65-F5344CB8AC3E}">
        <p14:creationId xmlns:p14="http://schemas.microsoft.com/office/powerpoint/2010/main" val="20469766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pic>
        <p:nvPicPr>
          <p:cNvPr id="6" name="Picture Placeholder 6">
            <a:extLst>
              <a:ext uri="{FF2B5EF4-FFF2-40B4-BE49-F238E27FC236}">
                <a16:creationId xmlns:a16="http://schemas.microsoft.com/office/drawing/2014/main" id="{37908172-C31D-4458-B9A0-FDB3AC99AB9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10" name="Graphic 31">
            <a:extLst>
              <a:ext uri="{FF2B5EF4-FFF2-40B4-BE49-F238E27FC236}">
                <a16:creationId xmlns:a16="http://schemas.microsoft.com/office/drawing/2014/main" id="{774255B1-ABD6-4DEC-8067-2B176C87A5FB}"/>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p:cNvSpPr>
            <a:spLocks noGrp="1"/>
          </p:cNvSpPr>
          <p:nvPr>
            <p:ph type="title"/>
          </p:nvPr>
        </p:nvSpPr>
        <p:spPr>
          <a:xfrm>
            <a:off x="4114800" y="2328672"/>
            <a:ext cx="7584133" cy="1478400"/>
          </a:xfrm>
        </p:spPr>
        <p:txBody>
          <a:bodyPr anchor="b"/>
          <a:lstStyle>
            <a:lvl1pPr>
              <a:lnSpc>
                <a:spcPct val="90000"/>
              </a:lnSpc>
              <a:defRPr sz="5333" b="1" i="0">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114800" y="3972202"/>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40937275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5257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03552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alf 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endParaRPr lang="en-US" dirty="0"/>
          </a:p>
        </p:txBody>
      </p:sp>
    </p:spTree>
    <p:extLst>
      <p:ext uri="{BB962C8B-B14F-4D97-AF65-F5344CB8AC3E}">
        <p14:creationId xmlns:p14="http://schemas.microsoft.com/office/powerpoint/2010/main" val="26447345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Outcome Overvie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userDrawn="1"/>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61048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B49BBE73-5AC5-43DD-9A15-B707C8C95B0A}"/>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1536390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A79F6CCF-7D44-4C48-84D8-B98B2C268584}"/>
              </a:ext>
            </a:extLst>
          </p:cNvPr>
          <p:cNvSpPr/>
          <p:nvPr userDrawn="1"/>
        </p:nvSpPr>
        <p:spPr>
          <a:xfrm>
            <a:off x="-2115" y="2"/>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34254265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4287901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userDrawn="1"/>
        </p:nvSpPr>
        <p:spPr>
          <a:xfrm>
            <a:off x="8210551" y="1"/>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6360434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6245925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1865014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Image Lef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8045996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785152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40401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3603355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751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977765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0502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098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1719965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Keyword Slid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60E83C5A-875F-4159-917A-339BF5530BAB}"/>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Source Placeholder 4">
            <a:extLst>
              <a:ext uri="{FF2B5EF4-FFF2-40B4-BE49-F238E27FC236}">
                <a16:creationId xmlns:a16="http://schemas.microsoft.com/office/drawing/2014/main" id="{0DDDDE4F-B6C4-4C26-8174-4A2FA73F6525}"/>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5" name="Rectangle 4">
            <a:extLst>
              <a:ext uri="{FF2B5EF4-FFF2-40B4-BE49-F238E27FC236}">
                <a16:creationId xmlns:a16="http://schemas.microsoft.com/office/drawing/2014/main" id="{666CFDC1-F1AA-4A2E-BE26-5875041CD7E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Image 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34424778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aus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072DD8-2E73-424E-81C4-B08A8577731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1" i="0">
                <a:latin typeface="+mj-lt"/>
              </a:defRPr>
            </a:lvl1pPr>
          </a:lstStyle>
          <a:p>
            <a:r>
              <a:rPr lang="en-US"/>
              <a:t>Pause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16683654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9175006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36648DC8-183E-4874-8A70-41E0E0E3E59D}"/>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4" name="Source Placeholder 4">
            <a:extLst>
              <a:ext uri="{FF2B5EF4-FFF2-40B4-BE49-F238E27FC236}">
                <a16:creationId xmlns:a16="http://schemas.microsoft.com/office/drawing/2014/main" id="{49D341AB-8C4A-4996-8690-BB48FE8192F3}"/>
              </a:ext>
              <a:ext uri="{C183D7F6-B498-43B3-948B-1728B52AA6E4}">
                <adec:decorative xmlns:adec="http://schemas.microsoft.com/office/drawing/2017/decorative" val="1"/>
              </a:ext>
            </a:extLst>
          </p:cNvPr>
          <p:cNvSpPr>
            <a:spLocks noGrp="1"/>
          </p:cNvSpPr>
          <p:nvPr>
            <p:ph type="body" sz="quarter" idx="12" hasCustomPrompt="1"/>
          </p:nvPr>
        </p:nvSpPr>
        <p:spPr>
          <a:xfrm>
            <a:off x="244475" y="6557090"/>
            <a:ext cx="5673724" cy="123111"/>
          </a:xfrm>
        </p:spPr>
        <p:txBody>
          <a:bodyPr wrap="square" lIns="0" tIns="0" rIns="0" bIns="0" anchor="b">
            <a:spAutoFit/>
          </a:bodyPr>
          <a:lstStyle>
            <a:lvl1pPr marL="0" indent="0">
              <a:buNone/>
              <a:defRPr sz="800">
                <a:solidFill>
                  <a:schemeClr val="bg1">
                    <a:lumMod val="50000"/>
                  </a:schemeClr>
                </a:solidFill>
              </a:defRPr>
            </a:lvl1pPr>
            <a:lvl5pPr>
              <a:defRPr/>
            </a:lvl5pPr>
          </a:lstStyle>
          <a:p>
            <a:pPr lvl="0"/>
            <a:r>
              <a:rPr lang="en-US"/>
              <a:t>Image credit </a:t>
            </a:r>
          </a:p>
        </p:txBody>
      </p:sp>
    </p:spTree>
    <p:extLst>
      <p:ext uri="{BB962C8B-B14F-4D97-AF65-F5344CB8AC3E}">
        <p14:creationId xmlns:p14="http://schemas.microsoft.com/office/powerpoint/2010/main" val="31641024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0FA67C1-F7DE-4541-9383-BC2E44489F3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159000" y="3025330"/>
            <a:ext cx="7874000" cy="807340"/>
          </a:xfrm>
          <a:prstGeom prst="rect">
            <a:avLst/>
          </a:prstGeom>
        </p:spPr>
      </p:pic>
      <p:sp>
        <p:nvSpPr>
          <p:cNvPr id="3" name="Text Placeholder 2">
            <a:extLst>
              <a:ext uri="{FF2B5EF4-FFF2-40B4-BE49-F238E27FC236}">
                <a16:creationId xmlns:a16="http://schemas.microsoft.com/office/drawing/2014/main" id="{A25A22C1-D8F5-4786-9740-69D95B250F69}"/>
              </a:ext>
            </a:extLst>
          </p:cNvPr>
          <p:cNvSpPr>
            <a:spLocks noGrp="1"/>
          </p:cNvSpPr>
          <p:nvPr>
            <p:ph type="body" sz="quarter" idx="10" hasCustomPrompt="1"/>
          </p:nvPr>
        </p:nvSpPr>
        <p:spPr>
          <a:xfrm>
            <a:off x="245534" y="5998415"/>
            <a:ext cx="11700933" cy="249767"/>
          </a:xfrm>
        </p:spPr>
        <p:txBody>
          <a:bodyPr anchor="b">
            <a:noAutofit/>
          </a:bodyPr>
          <a:lstStyle>
            <a:lvl1pPr marL="0" indent="0">
              <a:buNone/>
              <a:defRPr lang="en-US" sz="800" kern="1200" dirty="0">
                <a:solidFill>
                  <a:schemeClr val="bg1">
                    <a:lumMod val="65000"/>
                  </a:schemeClr>
                </a:solidFill>
                <a:latin typeface="+mn-lt"/>
                <a:ea typeface="+mn-ea"/>
                <a:cs typeface="+mn-cs"/>
              </a:defRPr>
            </a:lvl1pPr>
          </a:lstStyle>
          <a:p>
            <a:pPr lvl="0"/>
            <a:r>
              <a:rPr lang="en-US"/>
              <a:t>Add specific disclaimers for products/services referenced in this presentation here.</a:t>
            </a:r>
          </a:p>
        </p:txBody>
      </p:sp>
      <p:sp>
        <p:nvSpPr>
          <p:cNvPr id="4" name="TextBox 3">
            <a:extLst>
              <a:ext uri="{FF2B5EF4-FFF2-40B4-BE49-F238E27FC236}">
                <a16:creationId xmlns:a16="http://schemas.microsoft.com/office/drawing/2014/main" id="{0B92AFF1-3A65-4865-9263-DF415AAE84C6}"/>
              </a:ext>
            </a:extLst>
          </p:cNvPr>
          <p:cNvSpPr txBox="1"/>
          <p:nvPr userDrawn="1"/>
        </p:nvSpPr>
        <p:spPr>
          <a:xfrm>
            <a:off x="245533" y="6273800"/>
            <a:ext cx="11700936" cy="4064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Autodesk and the Autodesk logo are registered trademarks or trademarks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D7685BFE-E355-4955-A651-C86618A915FB}"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Tree>
    <p:extLst>
      <p:ext uri="{BB962C8B-B14F-4D97-AF65-F5344CB8AC3E}">
        <p14:creationId xmlns:p14="http://schemas.microsoft.com/office/powerpoint/2010/main" val="3613658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ver B">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81B622-22E7-481D-84F8-A506AA3B9B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8" name="Rectangle 17">
            <a:extLst>
              <a:ext uri="{FF2B5EF4-FFF2-40B4-BE49-F238E27FC236}">
                <a16:creationId xmlns:a16="http://schemas.microsoft.com/office/drawing/2014/main" id="{B579C492-4237-4928-8DC6-BACCE812C0D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50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0" name="Picture 9" descr="A yellow square with white letter v and white text&#10;&#10;AI-generated content may be incorrect.">
            <a:extLst>
              <a:ext uri="{FF2B5EF4-FFF2-40B4-BE49-F238E27FC236}">
                <a16:creationId xmlns:a16="http://schemas.microsoft.com/office/drawing/2014/main" id="{0DA34D1F-508E-47FB-D65C-C6FAF3606AA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1256" y="2342991"/>
            <a:ext cx="1605807" cy="1605807"/>
          </a:xfrm>
          <a:prstGeom prst="rect">
            <a:avLst/>
          </a:prstGeom>
        </p:spPr>
      </p:pic>
    </p:spTree>
    <p:extLst>
      <p:ext uri="{BB962C8B-B14F-4D97-AF65-F5344CB8AC3E}">
        <p14:creationId xmlns:p14="http://schemas.microsoft.com/office/powerpoint/2010/main" val="38473134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ver B - Vault 202x">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81B622-22E7-481D-84F8-A506AA3B9B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8" name="Rectangle 17">
            <a:extLst>
              <a:ext uri="{FF2B5EF4-FFF2-40B4-BE49-F238E27FC236}">
                <a16:creationId xmlns:a16="http://schemas.microsoft.com/office/drawing/2014/main" id="{B579C492-4237-4928-8DC6-BACCE812C0D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2400" dirty="0"/>
          </a:p>
        </p:txBody>
      </p:sp>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endParaRPr lang="en-US" dirty="0"/>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91257"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5845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Divider B">
    <p:spTree>
      <p:nvGrpSpPr>
        <p:cNvPr id="1" name=""/>
        <p:cNvGrpSpPr/>
        <p:nvPr/>
      </p:nvGrpSpPr>
      <p:grpSpPr>
        <a:xfrm>
          <a:off x="0" y="0"/>
          <a:ext cx="0" cy="0"/>
          <a:chOff x="0" y="0"/>
          <a:chExt cx="0" cy="0"/>
        </a:xfrm>
      </p:grpSpPr>
      <p:pic>
        <p:nvPicPr>
          <p:cNvPr id="13" name="Picture Placeholder 6">
            <a:extLst>
              <a:ext uri="{FF2B5EF4-FFF2-40B4-BE49-F238E27FC236}">
                <a16:creationId xmlns:a16="http://schemas.microsoft.com/office/drawing/2014/main" id="{1984AB2D-769C-4291-BA8A-3A21840DBE3E}"/>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11" name="Rectangle 10">
            <a:extLst>
              <a:ext uri="{FF2B5EF4-FFF2-40B4-BE49-F238E27FC236}">
                <a16:creationId xmlns:a16="http://schemas.microsoft.com/office/drawing/2014/main" id="{33BBD940-C0AC-42F5-919E-FDED7E6BBB10}"/>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Graphic 31">
            <a:extLst>
              <a:ext uri="{FF2B5EF4-FFF2-40B4-BE49-F238E27FC236}">
                <a16:creationId xmlns:a16="http://schemas.microsoft.com/office/drawing/2014/main" id="{CCAE7F29-2806-4B09-B264-109F01E4225C}"/>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Source Placeholder 4">
            <a:extLst>
              <a:ext uri="{FF2B5EF4-FFF2-40B4-BE49-F238E27FC236}">
                <a16:creationId xmlns:a16="http://schemas.microsoft.com/office/drawing/2014/main" id="{34633426-AD31-4A24-843F-ABC63DD91391}"/>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10" name="Text Placeholder 2">
            <a:extLst>
              <a:ext uri="{FF2B5EF4-FFF2-40B4-BE49-F238E27FC236}">
                <a16:creationId xmlns:a16="http://schemas.microsoft.com/office/drawing/2014/main" id="{F76B059C-68C7-4BA1-865C-0BBBAB62CC5B}"/>
              </a:ext>
            </a:extLst>
          </p:cNvPr>
          <p:cNvSpPr>
            <a:spLocks noGrp="1"/>
          </p:cNvSpPr>
          <p:nvPr>
            <p:ph type="body" idx="1"/>
          </p:nvPr>
        </p:nvSpPr>
        <p:spPr>
          <a:xfrm>
            <a:off x="983194" y="3962675"/>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2" name="Title 1">
            <a:extLst>
              <a:ext uri="{FF2B5EF4-FFF2-40B4-BE49-F238E27FC236}">
                <a16:creationId xmlns:a16="http://schemas.microsoft.com/office/drawing/2014/main" id="{FE3B0E54-EEB9-4D2B-9BCF-83C16191894C}"/>
              </a:ext>
            </a:extLst>
          </p:cNvPr>
          <p:cNvSpPr>
            <a:spLocks noGrp="1"/>
          </p:cNvSpPr>
          <p:nvPr>
            <p:ph type="title" hasCustomPrompt="1"/>
          </p:nvPr>
        </p:nvSpPr>
        <p:spPr>
          <a:xfrm>
            <a:off x="983192" y="2354239"/>
            <a:ext cx="8327136" cy="1477328"/>
          </a:xfrm>
        </p:spPr>
        <p:txBody>
          <a:bodyPr/>
          <a:lstStyle>
            <a:lvl1pPr>
              <a:defRPr sz="5333"/>
            </a:lvl1pPr>
          </a:lstStyle>
          <a:p>
            <a:r>
              <a:rPr lang="en-US" dirty="0"/>
              <a:t>Divider title can</a:t>
            </a:r>
            <a:br>
              <a:rPr lang="en-US" dirty="0"/>
            </a:br>
            <a:r>
              <a:rPr lang="en-US" dirty="0"/>
              <a:t>extend to two lines</a:t>
            </a:r>
          </a:p>
        </p:txBody>
      </p:sp>
    </p:spTree>
    <p:extLst>
      <p:ext uri="{BB962C8B-B14F-4D97-AF65-F5344CB8AC3E}">
        <p14:creationId xmlns:p14="http://schemas.microsoft.com/office/powerpoint/2010/main" val="2942133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ver 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A0F4208-462B-4E4E-B151-F264970D043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pic>
        <p:nvPicPr>
          <p:cNvPr id="21" name="Graphic 20">
            <a:extLst>
              <a:ext uri="{FF2B5EF4-FFF2-40B4-BE49-F238E27FC236}">
                <a16:creationId xmlns:a16="http://schemas.microsoft.com/office/drawing/2014/main" id="{4FB9A8C5-61C1-4CC8-8ECC-99AB80C7715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88951" y="495181"/>
            <a:ext cx="1988149" cy="203849"/>
          </a:xfrm>
          <a:prstGeom prst="rect">
            <a:avLst/>
          </a:prstGeom>
        </p:spPr>
      </p:pic>
      <p:sp>
        <p:nvSpPr>
          <p:cNvPr id="3" name="Subtitle 2"/>
          <p:cNvSpPr>
            <a:spLocks noGrp="1"/>
          </p:cNvSpPr>
          <p:nvPr>
            <p:ph type="subTitle" idx="1" hasCustomPrompt="1"/>
          </p:nvPr>
        </p:nvSpPr>
        <p:spPr>
          <a:xfrm>
            <a:off x="488950" y="3976925"/>
            <a:ext cx="7353300" cy="332399"/>
          </a:xfrm>
        </p:spPr>
        <p:txBody>
          <a:bodyPr>
            <a:spAutoFit/>
          </a:bodyPr>
          <a:lstStyle>
            <a:lvl1pPr marL="0" indent="0" algn="l">
              <a:lnSpc>
                <a:spcPct val="90000"/>
              </a:lnSpc>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488949" y="5670849"/>
            <a:ext cx="5120643" cy="287259"/>
          </a:xfrm>
        </p:spPr>
        <p:txBody>
          <a:bodyPr wrap="square">
            <a:spAutoFit/>
          </a:bodyPr>
          <a:lstStyle>
            <a:lvl1pPr marL="0" indent="0">
              <a:buNone/>
              <a:defRPr sz="1867"/>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488949" y="5955099"/>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77000"/>
            <a:ext cx="11743269"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A7A55D6C-1CDB-4CD7-AAA2-9D100ECD57F0}"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F55D68E9-5580-4A00-AD65-557EB47CE195}"/>
              </a:ext>
            </a:extLst>
          </p:cNvPr>
          <p:cNvSpPr>
            <a:spLocks noGrp="1"/>
          </p:cNvSpPr>
          <p:nvPr>
            <p:ph type="title" hasCustomPrompt="1"/>
          </p:nvPr>
        </p:nvSpPr>
        <p:spPr>
          <a:xfrm>
            <a:off x="491321" y="1598502"/>
            <a:ext cx="8316383" cy="2215991"/>
          </a:xfrm>
        </p:spPr>
        <p:txBody>
          <a:bodyPr anchor="b"/>
          <a:lstStyle>
            <a:lvl1pPr>
              <a:defRPr sz="5333"/>
            </a:lvl1pPr>
          </a:lstStyle>
          <a:p>
            <a:r>
              <a:rPr lang="en-US" dirty="0"/>
              <a:t>Presentation title </a:t>
            </a:r>
            <a:br>
              <a:rPr lang="en-US" dirty="0"/>
            </a:br>
            <a:r>
              <a:rPr lang="en-US" dirty="0"/>
              <a:t>extends to two </a:t>
            </a:r>
            <a:br>
              <a:rPr lang="en-US" dirty="0"/>
            </a:br>
            <a:r>
              <a:rPr lang="en-US" dirty="0"/>
              <a:t>or more lines</a:t>
            </a:r>
          </a:p>
        </p:txBody>
      </p:sp>
    </p:spTree>
    <p:extLst>
      <p:ext uri="{BB962C8B-B14F-4D97-AF65-F5344CB8AC3E}">
        <p14:creationId xmlns:p14="http://schemas.microsoft.com/office/powerpoint/2010/main" val="13761101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Divider A">
    <p:spTree>
      <p:nvGrpSpPr>
        <p:cNvPr id="1" name=""/>
        <p:cNvGrpSpPr/>
        <p:nvPr/>
      </p:nvGrpSpPr>
      <p:grpSpPr>
        <a:xfrm>
          <a:off x="0" y="0"/>
          <a:ext cx="0" cy="0"/>
          <a:chOff x="0" y="0"/>
          <a:chExt cx="0" cy="0"/>
        </a:xfrm>
      </p:grpSpPr>
      <p:pic>
        <p:nvPicPr>
          <p:cNvPr id="6" name="Picture Placeholder 6">
            <a:extLst>
              <a:ext uri="{FF2B5EF4-FFF2-40B4-BE49-F238E27FC236}">
                <a16:creationId xmlns:a16="http://schemas.microsoft.com/office/drawing/2014/main" id="{37908172-C31D-4458-B9A0-FDB3AC99AB9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10" name="Graphic 31">
            <a:extLst>
              <a:ext uri="{FF2B5EF4-FFF2-40B4-BE49-F238E27FC236}">
                <a16:creationId xmlns:a16="http://schemas.microsoft.com/office/drawing/2014/main" id="{774255B1-ABD6-4DEC-8067-2B176C87A5FB}"/>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p:cNvSpPr>
            <a:spLocks noGrp="1"/>
          </p:cNvSpPr>
          <p:nvPr>
            <p:ph type="title"/>
          </p:nvPr>
        </p:nvSpPr>
        <p:spPr>
          <a:xfrm>
            <a:off x="4114800" y="2328672"/>
            <a:ext cx="7584133" cy="1478400"/>
          </a:xfrm>
        </p:spPr>
        <p:txBody>
          <a:bodyPr anchor="b"/>
          <a:lstStyle>
            <a:lvl1pPr>
              <a:lnSpc>
                <a:spcPct val="90000"/>
              </a:lnSpc>
              <a:defRPr sz="5333" b="1" i="0">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114800" y="3972202"/>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42326650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254022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6088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Half 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endParaRPr lang="en-US" dirty="0"/>
          </a:p>
        </p:txBody>
      </p:sp>
    </p:spTree>
    <p:extLst>
      <p:ext uri="{BB962C8B-B14F-4D97-AF65-F5344CB8AC3E}">
        <p14:creationId xmlns:p14="http://schemas.microsoft.com/office/powerpoint/2010/main" val="37163296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Feature-Outcome Overvie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userDrawn="1"/>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29642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B49BBE73-5AC5-43DD-9A15-B707C8C95B0A}"/>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31405908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A79F6CCF-7D44-4C48-84D8-B98B2C268584}"/>
              </a:ext>
            </a:extLst>
          </p:cNvPr>
          <p:cNvSpPr/>
          <p:nvPr userDrawn="1"/>
        </p:nvSpPr>
        <p:spPr>
          <a:xfrm>
            <a:off x="-2115" y="2"/>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39827639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909084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userDrawn="1"/>
        </p:nvSpPr>
        <p:spPr>
          <a:xfrm>
            <a:off x="8210551" y="1"/>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6411147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1366529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8142716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Image Lef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3549505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1292853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24994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Sub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327897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84763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Sub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12085643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with Subtitle">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977733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96867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1072712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Image Keyword Slid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60E83C5A-875F-4159-917A-339BF5530BAB}"/>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Source Placeholder 4">
            <a:extLst>
              <a:ext uri="{FF2B5EF4-FFF2-40B4-BE49-F238E27FC236}">
                <a16:creationId xmlns:a16="http://schemas.microsoft.com/office/drawing/2014/main" id="{0DDDDE4F-B6C4-4C26-8174-4A2FA73F6525}"/>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5" name="Rectangle 4">
            <a:extLst>
              <a:ext uri="{FF2B5EF4-FFF2-40B4-BE49-F238E27FC236}">
                <a16:creationId xmlns:a16="http://schemas.microsoft.com/office/drawing/2014/main" id="{666CFDC1-F1AA-4A2E-BE26-5875041CD7E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Image 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163586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Paus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072DD8-2E73-424E-81C4-B08A8577731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1" i="0">
                <a:latin typeface="+mj-lt"/>
              </a:defRPr>
            </a:lvl1pPr>
          </a:lstStyle>
          <a:p>
            <a:r>
              <a:rPr lang="en-US"/>
              <a:t>Pause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24721152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8467260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Image Slid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36648DC8-183E-4874-8A70-41E0E0E3E59D}"/>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4" name="Source Placeholder 4">
            <a:extLst>
              <a:ext uri="{FF2B5EF4-FFF2-40B4-BE49-F238E27FC236}">
                <a16:creationId xmlns:a16="http://schemas.microsoft.com/office/drawing/2014/main" id="{49D341AB-8C4A-4996-8690-BB48FE8192F3}"/>
              </a:ext>
              <a:ext uri="{C183D7F6-B498-43B3-948B-1728B52AA6E4}">
                <adec:decorative xmlns:adec="http://schemas.microsoft.com/office/drawing/2017/decorative" val="1"/>
              </a:ext>
            </a:extLst>
          </p:cNvPr>
          <p:cNvSpPr>
            <a:spLocks noGrp="1"/>
          </p:cNvSpPr>
          <p:nvPr>
            <p:ph type="body" sz="quarter" idx="12" hasCustomPrompt="1"/>
          </p:nvPr>
        </p:nvSpPr>
        <p:spPr>
          <a:xfrm>
            <a:off x="244475" y="6557090"/>
            <a:ext cx="5673724" cy="123111"/>
          </a:xfrm>
        </p:spPr>
        <p:txBody>
          <a:bodyPr wrap="square" lIns="0" tIns="0" rIns="0" bIns="0" anchor="b">
            <a:spAutoFit/>
          </a:bodyPr>
          <a:lstStyle>
            <a:lvl1pPr marL="0" indent="0">
              <a:buNone/>
              <a:defRPr sz="800">
                <a:solidFill>
                  <a:schemeClr val="bg1">
                    <a:lumMod val="50000"/>
                  </a:schemeClr>
                </a:solidFill>
              </a:defRPr>
            </a:lvl1pPr>
            <a:lvl5pPr>
              <a:defRPr/>
            </a:lvl5pPr>
          </a:lstStyle>
          <a:p>
            <a:pPr lvl="0"/>
            <a:r>
              <a:rPr lang="en-US"/>
              <a:t>Image credit </a:t>
            </a:r>
          </a:p>
        </p:txBody>
      </p:sp>
    </p:spTree>
    <p:extLst>
      <p:ext uri="{BB962C8B-B14F-4D97-AF65-F5344CB8AC3E}">
        <p14:creationId xmlns:p14="http://schemas.microsoft.com/office/powerpoint/2010/main" val="42017322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0FA67C1-F7DE-4541-9383-BC2E44489F3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159000" y="3025330"/>
            <a:ext cx="7874000" cy="807340"/>
          </a:xfrm>
          <a:prstGeom prst="rect">
            <a:avLst/>
          </a:prstGeom>
        </p:spPr>
      </p:pic>
      <p:sp>
        <p:nvSpPr>
          <p:cNvPr id="3" name="Text Placeholder 2">
            <a:extLst>
              <a:ext uri="{FF2B5EF4-FFF2-40B4-BE49-F238E27FC236}">
                <a16:creationId xmlns:a16="http://schemas.microsoft.com/office/drawing/2014/main" id="{A25A22C1-D8F5-4786-9740-69D95B250F69}"/>
              </a:ext>
            </a:extLst>
          </p:cNvPr>
          <p:cNvSpPr>
            <a:spLocks noGrp="1"/>
          </p:cNvSpPr>
          <p:nvPr>
            <p:ph type="body" sz="quarter" idx="10" hasCustomPrompt="1"/>
          </p:nvPr>
        </p:nvSpPr>
        <p:spPr>
          <a:xfrm>
            <a:off x="245534" y="5998415"/>
            <a:ext cx="11700933" cy="249767"/>
          </a:xfrm>
        </p:spPr>
        <p:txBody>
          <a:bodyPr anchor="b">
            <a:noAutofit/>
          </a:bodyPr>
          <a:lstStyle>
            <a:lvl1pPr marL="0" indent="0">
              <a:buNone/>
              <a:defRPr lang="en-US" sz="800" kern="1200" dirty="0">
                <a:solidFill>
                  <a:schemeClr val="bg1">
                    <a:lumMod val="65000"/>
                  </a:schemeClr>
                </a:solidFill>
                <a:latin typeface="+mn-lt"/>
                <a:ea typeface="+mn-ea"/>
                <a:cs typeface="+mn-cs"/>
              </a:defRPr>
            </a:lvl1pPr>
          </a:lstStyle>
          <a:p>
            <a:pPr lvl="0"/>
            <a:r>
              <a:rPr lang="en-US"/>
              <a:t>Add specific disclaimers for products/services referenced in this presentation here.</a:t>
            </a:r>
          </a:p>
        </p:txBody>
      </p:sp>
      <p:sp>
        <p:nvSpPr>
          <p:cNvPr id="4" name="TextBox 3">
            <a:extLst>
              <a:ext uri="{FF2B5EF4-FFF2-40B4-BE49-F238E27FC236}">
                <a16:creationId xmlns:a16="http://schemas.microsoft.com/office/drawing/2014/main" id="{0B92AFF1-3A65-4865-9263-DF415AAE84C6}"/>
              </a:ext>
            </a:extLst>
          </p:cNvPr>
          <p:cNvSpPr txBox="1"/>
          <p:nvPr userDrawn="1"/>
        </p:nvSpPr>
        <p:spPr>
          <a:xfrm>
            <a:off x="245533" y="6273800"/>
            <a:ext cx="11700936" cy="4064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Autodesk and the Autodesk logo are registered trademarks or trademarks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D7685BFE-E355-4955-A651-C86618A915FB}"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Tree>
    <p:extLst>
      <p:ext uri="{BB962C8B-B14F-4D97-AF65-F5344CB8AC3E}">
        <p14:creationId xmlns:p14="http://schemas.microsoft.com/office/powerpoint/2010/main" val="1471131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ver B">
    <p:spTree>
      <p:nvGrpSpPr>
        <p:cNvPr id="1" name=""/>
        <p:cNvGrpSpPr/>
        <p:nvPr/>
      </p:nvGrpSpPr>
      <p:grpSpPr>
        <a:xfrm>
          <a:off x="0" y="0"/>
          <a:ext cx="0" cy="0"/>
          <a:chOff x="0" y="0"/>
          <a:chExt cx="0" cy="0"/>
        </a:xfrm>
      </p:grpSpPr>
      <p:pic>
        <p:nvPicPr>
          <p:cNvPr id="2" name="Picture 1" descr="A black object with a black background&#10;&#10;AI-generated content may be incorrect.">
            <a:extLst>
              <a:ext uri="{FF2B5EF4-FFF2-40B4-BE49-F238E27FC236}">
                <a16:creationId xmlns:a16="http://schemas.microsoft.com/office/drawing/2014/main" id="{926C5DD1-2E53-45A9-193A-F80EC371ABD5}"/>
              </a:ext>
            </a:extLst>
          </p:cNvPr>
          <p:cNvPicPr>
            <a:picLocks noChangeAspect="1"/>
          </p:cNvPicPr>
          <p:nvPr/>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dirty="0"/>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0" name="Picture 9" descr="A yellow square with white letter v and a black background&#10;&#10;AI-generated content may be incorrect.">
            <a:extLst>
              <a:ext uri="{FF2B5EF4-FFF2-40B4-BE49-F238E27FC236}">
                <a16:creationId xmlns:a16="http://schemas.microsoft.com/office/drawing/2014/main" id="{3B7EAFF8-B51A-DE6D-EA60-BC6E337F6D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066" y="2339078"/>
            <a:ext cx="1626751" cy="1626751"/>
          </a:xfrm>
          <a:prstGeom prst="rect">
            <a:avLst/>
          </a:prstGeom>
        </p:spPr>
      </p:pic>
    </p:spTree>
    <p:extLst>
      <p:ext uri="{BB962C8B-B14F-4D97-AF65-F5344CB8AC3E}">
        <p14:creationId xmlns:p14="http://schemas.microsoft.com/office/powerpoint/2010/main" val="8857451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Cover B">
    <p:bg>
      <p:bgRef idx="1002">
        <a:schemeClr val="bg1"/>
      </p:bgRef>
    </p:bg>
    <p:spTree>
      <p:nvGrpSpPr>
        <p:cNvPr id="1" name=""/>
        <p:cNvGrpSpPr/>
        <p:nvPr/>
      </p:nvGrpSpPr>
      <p:grpSpPr>
        <a:xfrm>
          <a:off x="0" y="0"/>
          <a:ext cx="0" cy="0"/>
          <a:chOff x="0" y="0"/>
          <a:chExt cx="0" cy="0"/>
        </a:xfrm>
      </p:grpSpPr>
      <p:pic>
        <p:nvPicPr>
          <p:cNvPr id="11" name="Picture 10" descr="A black object with a black background&#10;&#10;AI-generated content may be incorrect.">
            <a:extLst>
              <a:ext uri="{FF2B5EF4-FFF2-40B4-BE49-F238E27FC236}">
                <a16:creationId xmlns:a16="http://schemas.microsoft.com/office/drawing/2014/main" id="{A708A209-272A-91A2-95BE-BD6A8DBF82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descr="A yellow square with white letter v and a black background&#10;&#10;AI-generated content may be incorrect.">
            <a:extLst>
              <a:ext uri="{FF2B5EF4-FFF2-40B4-BE49-F238E27FC236}">
                <a16:creationId xmlns:a16="http://schemas.microsoft.com/office/drawing/2014/main" id="{B45A4874-6066-E854-2693-69C6524B0F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066" y="2339078"/>
            <a:ext cx="1626751" cy="1626751"/>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solidFill>
                  <a:srgbClr val="FFFF00"/>
                </a:solidFill>
              </a:defRPr>
            </a:lvl1pPr>
          </a:lstStyle>
          <a:p>
            <a:r>
              <a:rPr lang="en-US" dirty="0"/>
              <a:t>Presentation title can extend to two lines</a:t>
            </a:r>
          </a:p>
        </p:txBody>
      </p:sp>
    </p:spTree>
    <p:extLst>
      <p:ext uri="{BB962C8B-B14F-4D97-AF65-F5344CB8AC3E}">
        <p14:creationId xmlns:p14="http://schemas.microsoft.com/office/powerpoint/2010/main" val="30771309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ver B - Vault 202x">
    <p:spTree>
      <p:nvGrpSpPr>
        <p:cNvPr id="1" name=""/>
        <p:cNvGrpSpPr/>
        <p:nvPr/>
      </p:nvGrpSpPr>
      <p:grpSpPr>
        <a:xfrm>
          <a:off x="0" y="0"/>
          <a:ext cx="0" cy="0"/>
          <a:chOff x="0" y="0"/>
          <a:chExt cx="0" cy="0"/>
        </a:xfrm>
      </p:grpSpPr>
      <p:pic>
        <p:nvPicPr>
          <p:cNvPr id="2" name="Picture 1" descr="A black object with a black background&#10;&#10;AI-generated content may be incorrect.">
            <a:extLst>
              <a:ext uri="{FF2B5EF4-FFF2-40B4-BE49-F238E27FC236}">
                <a16:creationId xmlns:a16="http://schemas.microsoft.com/office/drawing/2014/main" id="{7577F290-211B-3AC1-2E27-4972860ED2D5}"/>
              </a:ext>
            </a:extLst>
          </p:cNvPr>
          <p:cNvPicPr>
            <a:picLocks noChangeAspect="1"/>
          </p:cNvPicPr>
          <p:nvPr/>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endParaRPr lang="en-US" dirty="0"/>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255"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4F178B2-3441-74F9-FEA1-9A14944E434A}"/>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0" name="Rectangle 9">
            <a:extLst>
              <a:ext uri="{FF2B5EF4-FFF2-40B4-BE49-F238E27FC236}">
                <a16:creationId xmlns:a16="http://schemas.microsoft.com/office/drawing/2014/main" id="{B86DA615-0542-8058-A96C-85C5FA8AD54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2400" dirty="0"/>
          </a:p>
        </p:txBody>
      </p:sp>
      <p:cxnSp>
        <p:nvCxnSpPr>
          <p:cNvPr id="11" name="Straight Connector 10">
            <a:extLst>
              <a:ext uri="{FF2B5EF4-FFF2-40B4-BE49-F238E27FC236}">
                <a16:creationId xmlns:a16="http://schemas.microsoft.com/office/drawing/2014/main" id="{05534C9C-839E-8A0F-AE00-AF5E501D20AC}"/>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62EFACE9-141F-4E9E-C662-C6FAB048230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4" name="Copyright Line 5">
            <a:extLst>
              <a:ext uri="{FF2B5EF4-FFF2-40B4-BE49-F238E27FC236}">
                <a16:creationId xmlns:a16="http://schemas.microsoft.com/office/drawing/2014/main" id="{F2E9E9FF-6D61-7CD1-DBBA-60B13FE392AA}"/>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pic>
        <p:nvPicPr>
          <p:cNvPr id="18" name="Picture 2">
            <a:extLst>
              <a:ext uri="{FF2B5EF4-FFF2-40B4-BE49-F238E27FC236}">
                <a16:creationId xmlns:a16="http://schemas.microsoft.com/office/drawing/2014/main" id="{8F9A6632-0088-000C-A6AE-E316AF785A4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91255"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4815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Cover B - Vault 202x">
    <p:bg>
      <p:bgRef idx="1002">
        <a:schemeClr val="bg1"/>
      </p:bgRef>
    </p:bg>
    <p:spTree>
      <p:nvGrpSpPr>
        <p:cNvPr id="1" name=""/>
        <p:cNvGrpSpPr/>
        <p:nvPr/>
      </p:nvGrpSpPr>
      <p:grpSpPr>
        <a:xfrm>
          <a:off x="0" y="0"/>
          <a:ext cx="0" cy="0"/>
          <a:chOff x="0" y="0"/>
          <a:chExt cx="0" cy="0"/>
        </a:xfrm>
      </p:grpSpPr>
      <p:pic>
        <p:nvPicPr>
          <p:cNvPr id="9" name="Picture 8" descr="A black object with a black background&#10;&#10;AI-generated content may be incorrect.">
            <a:extLst>
              <a:ext uri="{FF2B5EF4-FFF2-40B4-BE49-F238E27FC236}">
                <a16:creationId xmlns:a16="http://schemas.microsoft.com/office/drawing/2014/main" id="{8B405AC7-8C0F-DE60-6A58-13A25C482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255"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998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ivider B">
    <p:spTree>
      <p:nvGrpSpPr>
        <p:cNvPr id="1" name=""/>
        <p:cNvGrpSpPr/>
        <p:nvPr/>
      </p:nvGrpSpPr>
      <p:grpSpPr>
        <a:xfrm>
          <a:off x="0" y="0"/>
          <a:ext cx="0" cy="0"/>
          <a:chOff x="0" y="0"/>
          <a:chExt cx="0" cy="0"/>
        </a:xfrm>
      </p:grpSpPr>
      <p:pic>
        <p:nvPicPr>
          <p:cNvPr id="3" name="Picture 2" descr="A black object with a black background&#10;&#10;AI-generated content may be incorrect.">
            <a:extLst>
              <a:ext uri="{FF2B5EF4-FFF2-40B4-BE49-F238E27FC236}">
                <a16:creationId xmlns:a16="http://schemas.microsoft.com/office/drawing/2014/main" id="{4E17AD79-87F9-2C96-2505-19BC2EFBA8EA}"/>
              </a:ext>
            </a:extLst>
          </p:cNvPr>
          <p:cNvPicPr>
            <a:picLocks noChangeAspect="1"/>
          </p:cNvPicPr>
          <p:nvPr/>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Graphic 31">
            <a:extLst>
              <a:ext uri="{FF2B5EF4-FFF2-40B4-BE49-F238E27FC236}">
                <a16:creationId xmlns:a16="http://schemas.microsoft.com/office/drawing/2014/main" id="{CCAE7F29-2806-4B09-B264-109F01E4225C}"/>
              </a:ext>
              <a:ext uri="{C183D7F6-B498-43B3-948B-1728B52AA6E4}">
                <adec:decorative xmlns:adec="http://schemas.microsoft.com/office/drawing/2017/decorative" val="1"/>
              </a:ext>
            </a:extLst>
          </p:cNvPr>
          <p:cNvSpPr/>
          <p:nvPr/>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Source Placeholder 4">
            <a:extLst>
              <a:ext uri="{FF2B5EF4-FFF2-40B4-BE49-F238E27FC236}">
                <a16:creationId xmlns:a16="http://schemas.microsoft.com/office/drawing/2014/main" id="{34633426-AD31-4A24-843F-ABC63DD91391}"/>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10" name="Text Placeholder 2">
            <a:extLst>
              <a:ext uri="{FF2B5EF4-FFF2-40B4-BE49-F238E27FC236}">
                <a16:creationId xmlns:a16="http://schemas.microsoft.com/office/drawing/2014/main" id="{F76B059C-68C7-4BA1-865C-0BBBAB62CC5B}"/>
              </a:ext>
            </a:extLst>
          </p:cNvPr>
          <p:cNvSpPr>
            <a:spLocks noGrp="1"/>
          </p:cNvSpPr>
          <p:nvPr>
            <p:ph type="body" idx="1"/>
          </p:nvPr>
        </p:nvSpPr>
        <p:spPr>
          <a:xfrm>
            <a:off x="983194" y="3962675"/>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2" name="Title 1">
            <a:extLst>
              <a:ext uri="{FF2B5EF4-FFF2-40B4-BE49-F238E27FC236}">
                <a16:creationId xmlns:a16="http://schemas.microsoft.com/office/drawing/2014/main" id="{FE3B0E54-EEB9-4D2B-9BCF-83C16191894C}"/>
              </a:ext>
            </a:extLst>
          </p:cNvPr>
          <p:cNvSpPr>
            <a:spLocks noGrp="1"/>
          </p:cNvSpPr>
          <p:nvPr>
            <p:ph type="title" hasCustomPrompt="1"/>
          </p:nvPr>
        </p:nvSpPr>
        <p:spPr>
          <a:xfrm>
            <a:off x="983192" y="2354239"/>
            <a:ext cx="8327136" cy="1477328"/>
          </a:xfrm>
        </p:spPr>
        <p:txBody>
          <a:bodyPr/>
          <a:lstStyle>
            <a:lvl1pPr>
              <a:defRPr sz="5333"/>
            </a:lvl1pPr>
          </a:lstStyle>
          <a:p>
            <a:r>
              <a:rPr lang="en-US" dirty="0"/>
              <a:t>Divider title can</a:t>
            </a:r>
            <a:br>
              <a:rPr lang="en-US" dirty="0"/>
            </a:br>
            <a:r>
              <a:rPr lang="en-US" dirty="0"/>
              <a:t>extend to two lines</a:t>
            </a:r>
          </a:p>
        </p:txBody>
      </p:sp>
      <p:pic>
        <p:nvPicPr>
          <p:cNvPr id="4" name="Picture Placeholder 6">
            <a:extLst>
              <a:ext uri="{FF2B5EF4-FFF2-40B4-BE49-F238E27FC236}">
                <a16:creationId xmlns:a16="http://schemas.microsoft.com/office/drawing/2014/main" id="{90D3D4F1-4F35-2AF5-B77E-043A1EA4431F}"/>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5" name="Rectangle 4">
            <a:extLst>
              <a:ext uri="{FF2B5EF4-FFF2-40B4-BE49-F238E27FC236}">
                <a16:creationId xmlns:a16="http://schemas.microsoft.com/office/drawing/2014/main" id="{DF6586FE-A93A-A043-856D-EEF8346F441C}"/>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 name="Graphic 31">
            <a:extLst>
              <a:ext uri="{FF2B5EF4-FFF2-40B4-BE49-F238E27FC236}">
                <a16:creationId xmlns:a16="http://schemas.microsoft.com/office/drawing/2014/main" id="{6028CD6A-EB0A-8A10-B63C-BAA8EA5CD9E5}"/>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700791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ver A">
    <p:spTree>
      <p:nvGrpSpPr>
        <p:cNvPr id="1" name=""/>
        <p:cNvGrpSpPr/>
        <p:nvPr/>
      </p:nvGrpSpPr>
      <p:grpSpPr>
        <a:xfrm>
          <a:off x="0" y="0"/>
          <a:ext cx="0" cy="0"/>
          <a:chOff x="0" y="0"/>
          <a:chExt cx="0" cy="0"/>
        </a:xfrm>
      </p:grpSpPr>
      <p:pic>
        <p:nvPicPr>
          <p:cNvPr id="2" name="Picture 1" descr="A black object with a black background&#10;&#10;AI-generated content may be incorrect.">
            <a:extLst>
              <a:ext uri="{FF2B5EF4-FFF2-40B4-BE49-F238E27FC236}">
                <a16:creationId xmlns:a16="http://schemas.microsoft.com/office/drawing/2014/main" id="{A1AC56C1-8744-95B3-F420-F8E2BE55001C}"/>
              </a:ext>
            </a:extLst>
          </p:cNvPr>
          <p:cNvPicPr>
            <a:picLocks noChangeAspect="1"/>
          </p:cNvPicPr>
          <p:nvPr/>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1" name="Graphic 20">
            <a:extLst>
              <a:ext uri="{FF2B5EF4-FFF2-40B4-BE49-F238E27FC236}">
                <a16:creationId xmlns:a16="http://schemas.microsoft.com/office/drawing/2014/main" id="{4FB9A8C5-61C1-4CC8-8ECC-99AB80C7715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88951" y="495181"/>
            <a:ext cx="1988149" cy="203849"/>
          </a:xfrm>
          <a:prstGeom prst="rect">
            <a:avLst/>
          </a:prstGeom>
        </p:spPr>
      </p:pic>
      <p:sp>
        <p:nvSpPr>
          <p:cNvPr id="3" name="Subtitle 2"/>
          <p:cNvSpPr>
            <a:spLocks noGrp="1"/>
          </p:cNvSpPr>
          <p:nvPr>
            <p:ph type="subTitle" idx="1" hasCustomPrompt="1"/>
          </p:nvPr>
        </p:nvSpPr>
        <p:spPr>
          <a:xfrm>
            <a:off x="488950" y="3976925"/>
            <a:ext cx="7353300" cy="332399"/>
          </a:xfrm>
        </p:spPr>
        <p:txBody>
          <a:bodyPr>
            <a:spAutoFit/>
          </a:bodyPr>
          <a:lstStyle>
            <a:lvl1pPr marL="0" indent="0" algn="l">
              <a:lnSpc>
                <a:spcPct val="90000"/>
              </a:lnSpc>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488949" y="5670849"/>
            <a:ext cx="5120643" cy="287259"/>
          </a:xfrm>
        </p:spPr>
        <p:txBody>
          <a:bodyPr wrap="square">
            <a:spAutoFit/>
          </a:bodyPr>
          <a:lstStyle>
            <a:lvl1pPr marL="0" indent="0">
              <a:buNone/>
              <a:defRPr sz="1867"/>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488949" y="5955099"/>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p:nvSpPr>
        <p:spPr>
          <a:xfrm>
            <a:off x="245534" y="6477000"/>
            <a:ext cx="11743269"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A7A55D6C-1CDB-4CD7-AAA2-9D100ECD57F0}"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F55D68E9-5580-4A00-AD65-557EB47CE195}"/>
              </a:ext>
            </a:extLst>
          </p:cNvPr>
          <p:cNvSpPr>
            <a:spLocks noGrp="1"/>
          </p:cNvSpPr>
          <p:nvPr>
            <p:ph type="title" hasCustomPrompt="1"/>
          </p:nvPr>
        </p:nvSpPr>
        <p:spPr>
          <a:xfrm>
            <a:off x="491321" y="1598502"/>
            <a:ext cx="8316383" cy="2215991"/>
          </a:xfrm>
        </p:spPr>
        <p:txBody>
          <a:bodyPr anchor="b"/>
          <a:lstStyle>
            <a:lvl1pPr>
              <a:defRPr sz="5333"/>
            </a:lvl1pPr>
          </a:lstStyle>
          <a:p>
            <a:r>
              <a:rPr lang="en-US" dirty="0"/>
              <a:t>Presentation title </a:t>
            </a:r>
            <a:br>
              <a:rPr lang="en-US" dirty="0"/>
            </a:br>
            <a:r>
              <a:rPr lang="en-US" dirty="0"/>
              <a:t>extends to two </a:t>
            </a:r>
            <a:br>
              <a:rPr lang="en-US" dirty="0"/>
            </a:br>
            <a:r>
              <a:rPr lang="en-US" dirty="0"/>
              <a:t>or more lines</a:t>
            </a:r>
          </a:p>
        </p:txBody>
      </p:sp>
      <p:pic>
        <p:nvPicPr>
          <p:cNvPr id="9" name="Picture 8">
            <a:extLst>
              <a:ext uri="{FF2B5EF4-FFF2-40B4-BE49-F238E27FC236}">
                <a16:creationId xmlns:a16="http://schemas.microsoft.com/office/drawing/2014/main" id="{058FF495-6AC4-8966-6617-EB8EEC471F78}"/>
              </a:ext>
              <a:ext uri="{C183D7F6-B498-43B3-948B-1728B52AA6E4}">
                <adec:decorative xmlns:adec="http://schemas.microsoft.com/office/drawing/2017/decorative" val="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pic>
        <p:nvPicPr>
          <p:cNvPr id="10" name="Graphic 9">
            <a:extLst>
              <a:ext uri="{FF2B5EF4-FFF2-40B4-BE49-F238E27FC236}">
                <a16:creationId xmlns:a16="http://schemas.microsoft.com/office/drawing/2014/main" id="{57B3B569-D4DF-E564-5848-11EAFBF58B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88951" y="495181"/>
            <a:ext cx="1988149" cy="203849"/>
          </a:xfrm>
          <a:prstGeom prst="rect">
            <a:avLst/>
          </a:prstGeom>
        </p:spPr>
      </p:pic>
      <p:sp>
        <p:nvSpPr>
          <p:cNvPr id="11" name="Copyright Line 5">
            <a:extLst>
              <a:ext uri="{FF2B5EF4-FFF2-40B4-BE49-F238E27FC236}">
                <a16:creationId xmlns:a16="http://schemas.microsoft.com/office/drawing/2014/main" id="{6CD61489-2B0B-29DC-078E-E0E19EFF9A04}"/>
              </a:ext>
              <a:ext uri="{C183D7F6-B498-43B3-948B-1728B52AA6E4}">
                <adec:decorative xmlns:adec="http://schemas.microsoft.com/office/drawing/2017/decorative" val="0"/>
              </a:ext>
            </a:extLst>
          </p:cNvPr>
          <p:cNvSpPr txBox="1"/>
          <p:nvPr userDrawn="1"/>
        </p:nvSpPr>
        <p:spPr>
          <a:xfrm>
            <a:off x="245534" y="6477000"/>
            <a:ext cx="11743269"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A7A55D6C-1CDB-4CD7-AAA2-9D100ECD57F0}"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Tree>
    <p:extLst>
      <p:ext uri="{BB962C8B-B14F-4D97-AF65-F5344CB8AC3E}">
        <p14:creationId xmlns:p14="http://schemas.microsoft.com/office/powerpoint/2010/main" val="13249469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ivider A">
    <p:spTree>
      <p:nvGrpSpPr>
        <p:cNvPr id="1" name=""/>
        <p:cNvGrpSpPr/>
        <p:nvPr/>
      </p:nvGrpSpPr>
      <p:grpSpPr>
        <a:xfrm>
          <a:off x="0" y="0"/>
          <a:ext cx="0" cy="0"/>
          <a:chOff x="0" y="0"/>
          <a:chExt cx="0" cy="0"/>
        </a:xfrm>
      </p:grpSpPr>
      <p:pic>
        <p:nvPicPr>
          <p:cNvPr id="4" name="Picture 3" descr="A black object with a black background&#10;&#10;AI-generated content may be incorrect.">
            <a:extLst>
              <a:ext uri="{FF2B5EF4-FFF2-40B4-BE49-F238E27FC236}">
                <a16:creationId xmlns:a16="http://schemas.microsoft.com/office/drawing/2014/main" id="{A460CA68-494A-E1BA-5E5F-14B579945BF3}"/>
              </a:ext>
            </a:extLst>
          </p:cNvPr>
          <p:cNvPicPr>
            <a:picLocks noChangeAspect="1"/>
          </p:cNvPicPr>
          <p:nvPr/>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31">
            <a:extLst>
              <a:ext uri="{FF2B5EF4-FFF2-40B4-BE49-F238E27FC236}">
                <a16:creationId xmlns:a16="http://schemas.microsoft.com/office/drawing/2014/main" id="{774255B1-ABD6-4DEC-8067-2B176C87A5FB}"/>
              </a:ext>
              <a:ext uri="{C183D7F6-B498-43B3-948B-1728B52AA6E4}">
                <adec:decorative xmlns:adec="http://schemas.microsoft.com/office/drawing/2017/decorative" val="1"/>
              </a:ext>
            </a:extLst>
          </p:cNvPr>
          <p:cNvSpPr/>
          <p:nvPr/>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p:cNvSpPr>
            <a:spLocks noGrp="1"/>
          </p:cNvSpPr>
          <p:nvPr>
            <p:ph type="title"/>
          </p:nvPr>
        </p:nvSpPr>
        <p:spPr>
          <a:xfrm>
            <a:off x="4114800" y="2328672"/>
            <a:ext cx="7584133" cy="1478400"/>
          </a:xfrm>
        </p:spPr>
        <p:txBody>
          <a:bodyPr anchor="b"/>
          <a:lstStyle>
            <a:lvl1pPr>
              <a:lnSpc>
                <a:spcPct val="90000"/>
              </a:lnSpc>
              <a:defRPr sz="5333" b="1" i="0">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114800" y="3972202"/>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pic>
        <p:nvPicPr>
          <p:cNvPr id="5" name="Picture Placeholder 6">
            <a:extLst>
              <a:ext uri="{FF2B5EF4-FFF2-40B4-BE49-F238E27FC236}">
                <a16:creationId xmlns:a16="http://schemas.microsoft.com/office/drawing/2014/main" id="{0E031B45-EB3E-0306-000E-971923D35AE0}"/>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6" name="Graphic 31">
            <a:extLst>
              <a:ext uri="{FF2B5EF4-FFF2-40B4-BE49-F238E27FC236}">
                <a16:creationId xmlns:a16="http://schemas.microsoft.com/office/drawing/2014/main" id="{74FC9F94-3CF5-D771-2F75-1E4B7DA1E29B}"/>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84778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870767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itle, Subtitle, and Content">
    <p:bg>
      <p:bgRef idx="1002">
        <a:schemeClr val="bg1"/>
      </p:bgRef>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02768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7389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and Content">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0568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Half 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2594037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2_Half Image Right">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p:nvSpPr>
        <p:spPr>
          <a:xfrm>
            <a:off x="6269568" y="1"/>
            <a:ext cx="5922432"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41060194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eature-Outcome Overvie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 name="Parallelogram 1">
            <a:extLst>
              <a:ext uri="{FF2B5EF4-FFF2-40B4-BE49-F238E27FC236}">
                <a16:creationId xmlns:a16="http://schemas.microsoft.com/office/drawing/2014/main" id="{BCEAFBCC-77BA-B99D-C33C-BBD135440436}"/>
              </a:ext>
            </a:extLst>
          </p:cNvPr>
          <p:cNvSpPr/>
          <p:nvPr userDrawn="1"/>
        </p:nvSpPr>
        <p:spPr>
          <a:xfrm>
            <a:off x="0" y="3646381"/>
            <a:ext cx="5531379" cy="356860"/>
          </a:xfrm>
          <a:custGeom>
            <a:avLst/>
            <a:gdLst>
              <a:gd name="connsiteX0" fmla="*/ 0 w 5528345"/>
              <a:gd name="connsiteY0" fmla="*/ 348471 h 348471"/>
              <a:gd name="connsiteX1" fmla="*/ 229730 w 5528345"/>
              <a:gd name="connsiteY1" fmla="*/ 0 h 348471"/>
              <a:gd name="connsiteX2" fmla="*/ 5528345 w 5528345"/>
              <a:gd name="connsiteY2" fmla="*/ 0 h 348471"/>
              <a:gd name="connsiteX3" fmla="*/ 5298615 w 5528345"/>
              <a:gd name="connsiteY3" fmla="*/ 348471 h 348471"/>
              <a:gd name="connsiteX4" fmla="*/ 0 w 5528345"/>
              <a:gd name="connsiteY4" fmla="*/ 348471 h 348471"/>
              <a:gd name="connsiteX0" fmla="*/ 30329 w 5558674"/>
              <a:gd name="connsiteY0" fmla="*/ 356860 h 356860"/>
              <a:gd name="connsiteX1" fmla="*/ 0 w 5558674"/>
              <a:gd name="connsiteY1" fmla="*/ 0 h 356860"/>
              <a:gd name="connsiteX2" fmla="*/ 5558674 w 5558674"/>
              <a:gd name="connsiteY2" fmla="*/ 8389 h 356860"/>
              <a:gd name="connsiteX3" fmla="*/ 5328944 w 5558674"/>
              <a:gd name="connsiteY3" fmla="*/ 356860 h 356860"/>
              <a:gd name="connsiteX4" fmla="*/ 30329 w 5558674"/>
              <a:gd name="connsiteY4" fmla="*/ 356860 h 356860"/>
              <a:gd name="connsiteX0" fmla="*/ 3034 w 5531379"/>
              <a:gd name="connsiteY0" fmla="*/ 356860 h 356860"/>
              <a:gd name="connsiteX1" fmla="*/ 0 w 5531379"/>
              <a:gd name="connsiteY1" fmla="*/ 0 h 356860"/>
              <a:gd name="connsiteX2" fmla="*/ 5531379 w 5531379"/>
              <a:gd name="connsiteY2" fmla="*/ 8389 h 356860"/>
              <a:gd name="connsiteX3" fmla="*/ 5301649 w 5531379"/>
              <a:gd name="connsiteY3" fmla="*/ 356860 h 356860"/>
              <a:gd name="connsiteX4" fmla="*/ 3034 w 5531379"/>
              <a:gd name="connsiteY4" fmla="*/ 356860 h 35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1379" h="356860">
                <a:moveTo>
                  <a:pt x="3034" y="356860"/>
                </a:moveTo>
                <a:cubicBezTo>
                  <a:pt x="2023" y="237907"/>
                  <a:pt x="1011" y="118953"/>
                  <a:pt x="0" y="0"/>
                </a:cubicBezTo>
                <a:lnTo>
                  <a:pt x="5531379" y="8389"/>
                </a:lnTo>
                <a:lnTo>
                  <a:pt x="5301649" y="356860"/>
                </a:lnTo>
                <a:lnTo>
                  <a:pt x="3034" y="35686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4" name="Parallelogram 1">
            <a:extLst>
              <a:ext uri="{FF2B5EF4-FFF2-40B4-BE49-F238E27FC236}">
                <a16:creationId xmlns:a16="http://schemas.microsoft.com/office/drawing/2014/main" id="{742AFFA0-445E-7565-6314-428098968DD9}"/>
              </a:ext>
            </a:extLst>
          </p:cNvPr>
          <p:cNvSpPr/>
          <p:nvPr userDrawn="1"/>
        </p:nvSpPr>
        <p:spPr>
          <a:xfrm>
            <a:off x="-3034" y="1576571"/>
            <a:ext cx="5531379" cy="356860"/>
          </a:xfrm>
          <a:custGeom>
            <a:avLst/>
            <a:gdLst>
              <a:gd name="connsiteX0" fmla="*/ 0 w 5528345"/>
              <a:gd name="connsiteY0" fmla="*/ 348471 h 348471"/>
              <a:gd name="connsiteX1" fmla="*/ 229730 w 5528345"/>
              <a:gd name="connsiteY1" fmla="*/ 0 h 348471"/>
              <a:gd name="connsiteX2" fmla="*/ 5528345 w 5528345"/>
              <a:gd name="connsiteY2" fmla="*/ 0 h 348471"/>
              <a:gd name="connsiteX3" fmla="*/ 5298615 w 5528345"/>
              <a:gd name="connsiteY3" fmla="*/ 348471 h 348471"/>
              <a:gd name="connsiteX4" fmla="*/ 0 w 5528345"/>
              <a:gd name="connsiteY4" fmla="*/ 348471 h 348471"/>
              <a:gd name="connsiteX0" fmla="*/ 30329 w 5558674"/>
              <a:gd name="connsiteY0" fmla="*/ 356860 h 356860"/>
              <a:gd name="connsiteX1" fmla="*/ 0 w 5558674"/>
              <a:gd name="connsiteY1" fmla="*/ 0 h 356860"/>
              <a:gd name="connsiteX2" fmla="*/ 5558674 w 5558674"/>
              <a:gd name="connsiteY2" fmla="*/ 8389 h 356860"/>
              <a:gd name="connsiteX3" fmla="*/ 5328944 w 5558674"/>
              <a:gd name="connsiteY3" fmla="*/ 356860 h 356860"/>
              <a:gd name="connsiteX4" fmla="*/ 30329 w 5558674"/>
              <a:gd name="connsiteY4" fmla="*/ 356860 h 356860"/>
              <a:gd name="connsiteX0" fmla="*/ 3034 w 5531379"/>
              <a:gd name="connsiteY0" fmla="*/ 356860 h 356860"/>
              <a:gd name="connsiteX1" fmla="*/ 0 w 5531379"/>
              <a:gd name="connsiteY1" fmla="*/ 0 h 356860"/>
              <a:gd name="connsiteX2" fmla="*/ 5531379 w 5531379"/>
              <a:gd name="connsiteY2" fmla="*/ 8389 h 356860"/>
              <a:gd name="connsiteX3" fmla="*/ 5301649 w 5531379"/>
              <a:gd name="connsiteY3" fmla="*/ 356860 h 356860"/>
              <a:gd name="connsiteX4" fmla="*/ 3034 w 5531379"/>
              <a:gd name="connsiteY4" fmla="*/ 356860 h 35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1379" h="356860">
                <a:moveTo>
                  <a:pt x="3034" y="356860"/>
                </a:moveTo>
                <a:cubicBezTo>
                  <a:pt x="2023" y="237907"/>
                  <a:pt x="1011" y="118953"/>
                  <a:pt x="0" y="0"/>
                </a:cubicBezTo>
                <a:lnTo>
                  <a:pt x="5531379" y="8389"/>
                </a:lnTo>
                <a:lnTo>
                  <a:pt x="5301649" y="356860"/>
                </a:lnTo>
                <a:lnTo>
                  <a:pt x="3034" y="35686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5" name="Rectangle 4">
            <a:extLst>
              <a:ext uri="{FF2B5EF4-FFF2-40B4-BE49-F238E27FC236}">
                <a16:creationId xmlns:a16="http://schemas.microsoft.com/office/drawing/2014/main" id="{BB8B98EC-47F8-95A2-1589-1E588FE322AF}"/>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cxnSp>
        <p:nvCxnSpPr>
          <p:cNvPr id="6" name="Straight Connector 5">
            <a:extLst>
              <a:ext uri="{FF2B5EF4-FFF2-40B4-BE49-F238E27FC236}">
                <a16:creationId xmlns:a16="http://schemas.microsoft.com/office/drawing/2014/main" id="{8D361B6F-5A2E-11FB-8E56-551574C5317B}"/>
              </a:ext>
            </a:extLst>
          </p:cNvPr>
          <p:cNvCxnSpPr>
            <a:cxnSpLocks/>
          </p:cNvCxnSpPr>
          <p:nvPr userDrawn="1"/>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9691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Feature-Outcome Overview">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p:nvSpPr>
        <p:spPr>
          <a:xfrm>
            <a:off x="6381080" y="0"/>
            <a:ext cx="5922432"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69615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13" name="Rectangle 12">
            <a:extLst>
              <a:ext uri="{FF2B5EF4-FFF2-40B4-BE49-F238E27FC236}">
                <a16:creationId xmlns:a16="http://schemas.microsoft.com/office/drawing/2014/main" id="{B49BBE73-5AC5-43DD-9A15-B707C8C95B0A}"/>
              </a:ext>
            </a:extLst>
          </p:cNvPr>
          <p:cNvSpPr/>
          <p:nvPr/>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38061627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_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13" name="Rectangle 12">
            <a:extLst>
              <a:ext uri="{FF2B5EF4-FFF2-40B4-BE49-F238E27FC236}">
                <a16:creationId xmlns:a16="http://schemas.microsoft.com/office/drawing/2014/main" id="{B49BBE73-5AC5-43DD-9A15-B707C8C95B0A}"/>
              </a:ext>
            </a:extLst>
          </p:cNvPr>
          <p:cNvSpPr/>
          <p:nvPr/>
        </p:nvSpPr>
        <p:spPr>
          <a:xfrm>
            <a:off x="1" y="2"/>
            <a:ext cx="3981449"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3327091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13" name="Rectangle 12">
            <a:extLst>
              <a:ext uri="{FF2B5EF4-FFF2-40B4-BE49-F238E27FC236}">
                <a16:creationId xmlns:a16="http://schemas.microsoft.com/office/drawing/2014/main" id="{A79F6CCF-7D44-4C48-84D8-B98B2C268584}"/>
              </a:ext>
            </a:extLst>
          </p:cNvPr>
          <p:cNvSpPr/>
          <p:nvPr/>
        </p:nvSpPr>
        <p:spPr>
          <a:xfrm>
            <a:off x="-2115" y="2"/>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9106505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2_Half 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13" name="Rectangle 12">
            <a:extLst>
              <a:ext uri="{FF2B5EF4-FFF2-40B4-BE49-F238E27FC236}">
                <a16:creationId xmlns:a16="http://schemas.microsoft.com/office/drawing/2014/main" id="{A79F6CCF-7D44-4C48-84D8-B98B2C268584}"/>
              </a:ext>
            </a:extLst>
          </p:cNvPr>
          <p:cNvSpPr/>
          <p:nvPr/>
        </p:nvSpPr>
        <p:spPr>
          <a:xfrm>
            <a:off x="-2115" y="2"/>
            <a:ext cx="5922432"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1140207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594616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_Image Righ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8602480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p:nvSpPr>
        <p:spPr>
          <a:xfrm>
            <a:off x="8210551" y="1"/>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792675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_Image Right">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p:nvSpPr>
        <p:spPr>
          <a:xfrm>
            <a:off x="8210551" y="0"/>
            <a:ext cx="3981449"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97457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996734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_Half Image Righ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8090940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102067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4_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1582723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2_Image Lef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4266041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5_Image Left">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p:nvSpPr>
        <p:spPr>
          <a:xfrm>
            <a:off x="1" y="2"/>
            <a:ext cx="3981449"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912146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Workspace_Layout_l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p:nvSpPr>
        <p:spPr>
          <a:xfrm>
            <a:off x="1" y="2"/>
            <a:ext cx="2842985"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3324225" y="487681"/>
            <a:ext cx="8377641" cy="531428"/>
          </a:xfrm>
        </p:spPr>
        <p:txBody>
          <a:bodyPr/>
          <a:lstStyle>
            <a:lvl1pPr>
              <a:defRPr b="1" i="0">
                <a:latin typeface="+mj-lt"/>
              </a:defRPr>
            </a:lvl1pPr>
          </a:lstStyle>
          <a:p>
            <a:r>
              <a:rPr lang="en-US"/>
              <a:t>Click to edit Master title style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3324225" y="1039285"/>
            <a:ext cx="837764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3324225" y="1584960"/>
            <a:ext cx="837764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1494106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Workspace_Layout_dark">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p:nvSpPr>
        <p:spPr>
          <a:xfrm>
            <a:off x="1" y="2"/>
            <a:ext cx="2842985"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3324225" y="487681"/>
            <a:ext cx="837764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3324225" y="1039285"/>
            <a:ext cx="8377641" cy="328295"/>
          </a:xfrm>
        </p:spPr>
        <p:txBody>
          <a:bodyPr wrap="square" tIns="0">
            <a:spAutoFit/>
          </a:bodyPr>
          <a:lstStyle>
            <a:lvl1pPr marL="0" indent="0">
              <a:buNone/>
              <a:defRPr sz="2133" b="1"/>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3324225" y="1584960"/>
            <a:ext cx="837764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96830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9452279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3_Half 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453465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28380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67633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Sub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39372613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Title, Sub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36437690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_Title, Sub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2463800"/>
            <a:ext cx="5426880" cy="3906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2463800"/>
            <a:ext cx="5426880" cy="3906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noProof="0"/>
              <a:t>Click to edit Master title style</a:t>
            </a:r>
            <a:endParaRPr lang="en-US" noProof="0" dirty="0"/>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noProof="0" dirty="0"/>
              <a:t>Subtitle if needed</a:t>
            </a:r>
          </a:p>
        </p:txBody>
      </p:sp>
      <p:pic>
        <p:nvPicPr>
          <p:cNvPr id="2" name="Graphic 1">
            <a:extLst>
              <a:ext uri="{FF2B5EF4-FFF2-40B4-BE49-F238E27FC236}">
                <a16:creationId xmlns:a16="http://schemas.microsoft.com/office/drawing/2014/main" id="{24396804-E6C7-9C32-B19B-826076CAE9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067" y="1584960"/>
            <a:ext cx="616291" cy="654649"/>
          </a:xfrm>
          <a:prstGeom prst="rect">
            <a:avLst/>
          </a:prstGeom>
        </p:spPr>
      </p:pic>
    </p:spTree>
    <p:extLst>
      <p:ext uri="{BB962C8B-B14F-4D97-AF65-F5344CB8AC3E}">
        <p14:creationId xmlns:p14="http://schemas.microsoft.com/office/powerpoint/2010/main" val="20417773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4_Title, Sub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2463800"/>
            <a:ext cx="5426880" cy="3906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2463800"/>
            <a:ext cx="5426880" cy="3906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noProof="0"/>
              <a:t>Click to edit Master title style</a:t>
            </a:r>
            <a:endParaRPr lang="en-US" noProof="0" dirty="0"/>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noProof="0" dirty="0"/>
              <a:t>Subtitle if needed</a:t>
            </a:r>
          </a:p>
        </p:txBody>
      </p:sp>
      <p:pic>
        <p:nvPicPr>
          <p:cNvPr id="4" name="Graphic 3">
            <a:extLst>
              <a:ext uri="{FF2B5EF4-FFF2-40B4-BE49-F238E27FC236}">
                <a16:creationId xmlns:a16="http://schemas.microsoft.com/office/drawing/2014/main" id="{DE0C73D1-01D8-8997-412E-4533640E31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6053" y="1707942"/>
            <a:ext cx="611704" cy="649776"/>
          </a:xfrm>
          <a:prstGeom prst="rect">
            <a:avLst/>
          </a:prstGeom>
        </p:spPr>
      </p:pic>
    </p:spTree>
    <p:extLst>
      <p:ext uri="{BB962C8B-B14F-4D97-AF65-F5344CB8AC3E}">
        <p14:creationId xmlns:p14="http://schemas.microsoft.com/office/powerpoint/2010/main" val="19515204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2_Title, Sub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2463800"/>
            <a:ext cx="5426880" cy="3906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2463800"/>
            <a:ext cx="5426880" cy="3906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noProof="0"/>
              <a:t>Click to edit Master title style</a:t>
            </a:r>
            <a:endParaRPr lang="en-US" noProof="0" dirty="0"/>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noProof="0" dirty="0"/>
              <a:t>Subtitle if needed</a:t>
            </a:r>
          </a:p>
        </p:txBody>
      </p:sp>
      <p:pic>
        <p:nvPicPr>
          <p:cNvPr id="4" name="Graphic 3">
            <a:extLst>
              <a:ext uri="{FF2B5EF4-FFF2-40B4-BE49-F238E27FC236}">
                <a16:creationId xmlns:a16="http://schemas.microsoft.com/office/drawing/2014/main" id="{DE0C73D1-01D8-8997-412E-4533640E31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6053" y="1707942"/>
            <a:ext cx="611704" cy="649776"/>
          </a:xfrm>
          <a:prstGeom prst="rect">
            <a:avLst/>
          </a:prstGeom>
        </p:spPr>
      </p:pic>
      <p:pic>
        <p:nvPicPr>
          <p:cNvPr id="9" name="Graphic 8">
            <a:extLst>
              <a:ext uri="{FF2B5EF4-FFF2-40B4-BE49-F238E27FC236}">
                <a16:creationId xmlns:a16="http://schemas.microsoft.com/office/drawing/2014/main" id="{988047A1-A22D-04D5-64E7-7EA027614A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1067" y="1584960"/>
            <a:ext cx="616291" cy="654649"/>
          </a:xfrm>
          <a:prstGeom prst="rect">
            <a:avLst/>
          </a:prstGeom>
        </p:spPr>
      </p:pic>
    </p:spTree>
    <p:extLst>
      <p:ext uri="{BB962C8B-B14F-4D97-AF65-F5344CB8AC3E}">
        <p14:creationId xmlns:p14="http://schemas.microsoft.com/office/powerpoint/2010/main" val="1818056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94451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itle, Text, and Image">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tx2"/>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9734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Sub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834808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1_Title, Subtitle, Text, and Image">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tx2"/>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37948847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761600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Title with Subtitle">
    <p:bg>
      <p:bgRef idx="1002">
        <a:schemeClr val="bg1"/>
      </p:bgRef>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060503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115593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1_Title Only">
    <p:bg>
      <p:bgRef idx="1002">
        <a:schemeClr val="bg1"/>
      </p:bgRef>
    </p:bg>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11718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2948609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1_Keyword Slide">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982852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Image Keyword Slid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60E83C5A-875F-4159-917A-339BF5530BAB}"/>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Source Placeholder 4">
            <a:extLst>
              <a:ext uri="{FF2B5EF4-FFF2-40B4-BE49-F238E27FC236}">
                <a16:creationId xmlns:a16="http://schemas.microsoft.com/office/drawing/2014/main" id="{0DDDDE4F-B6C4-4C26-8174-4A2FA73F6525}"/>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5" name="Rectangle 4">
            <a:extLst>
              <a:ext uri="{FF2B5EF4-FFF2-40B4-BE49-F238E27FC236}">
                <a16:creationId xmlns:a16="http://schemas.microsoft.com/office/drawing/2014/main" id="{666CFDC1-F1AA-4A2E-BE26-5875041CD7E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Image 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7" name="Rectangle 6">
            <a:extLst>
              <a:ext uri="{FF2B5EF4-FFF2-40B4-BE49-F238E27FC236}">
                <a16:creationId xmlns:a16="http://schemas.microsoft.com/office/drawing/2014/main" id="{D3C0025E-9050-97FE-7432-2334F2C04B0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657295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ause Slide">
    <p:spTree>
      <p:nvGrpSpPr>
        <p:cNvPr id="1" name=""/>
        <p:cNvGrpSpPr/>
        <p:nvPr/>
      </p:nvGrpSpPr>
      <p:grpSpPr>
        <a:xfrm>
          <a:off x="0" y="0"/>
          <a:ext cx="0" cy="0"/>
          <a:chOff x="0" y="0"/>
          <a:chExt cx="0" cy="0"/>
        </a:xfrm>
      </p:grpSpPr>
      <p:pic>
        <p:nvPicPr>
          <p:cNvPr id="5" name="Picture 4" descr="A black object with a black background&#10;&#10;AI-generated content may be incorrect.">
            <a:extLst>
              <a:ext uri="{FF2B5EF4-FFF2-40B4-BE49-F238E27FC236}">
                <a16:creationId xmlns:a16="http://schemas.microsoft.com/office/drawing/2014/main" id="{DE62B7B8-CA9F-4EE8-2B21-110F2384B205}"/>
              </a:ext>
            </a:extLst>
          </p:cNvPr>
          <p:cNvPicPr>
            <a:picLocks noChangeAspect="1"/>
          </p:cNvPicPr>
          <p:nvPr/>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1" i="0">
                <a:latin typeface="+mj-lt"/>
              </a:defRPr>
            </a:lvl1pPr>
          </a:lstStyle>
          <a:p>
            <a:r>
              <a:rPr lang="en-US"/>
              <a:t>Pause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pic>
        <p:nvPicPr>
          <p:cNvPr id="4" name="Picture 3">
            <a:extLst>
              <a:ext uri="{FF2B5EF4-FFF2-40B4-BE49-F238E27FC236}">
                <a16:creationId xmlns:a16="http://schemas.microsoft.com/office/drawing/2014/main" id="{83CB3E5F-E06A-458D-A9BF-72EB92F4244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20830545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278485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36648DC8-183E-4874-8A70-41E0E0E3E59D}"/>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4" name="Source Placeholder 4">
            <a:extLst>
              <a:ext uri="{FF2B5EF4-FFF2-40B4-BE49-F238E27FC236}">
                <a16:creationId xmlns:a16="http://schemas.microsoft.com/office/drawing/2014/main" id="{49D341AB-8C4A-4996-8690-BB48FE8192F3}"/>
              </a:ext>
              <a:ext uri="{C183D7F6-B498-43B3-948B-1728B52AA6E4}">
                <adec:decorative xmlns:adec="http://schemas.microsoft.com/office/drawing/2017/decorative" val="1"/>
              </a:ext>
            </a:extLst>
          </p:cNvPr>
          <p:cNvSpPr>
            <a:spLocks noGrp="1"/>
          </p:cNvSpPr>
          <p:nvPr>
            <p:ph type="body" sz="quarter" idx="12" hasCustomPrompt="1"/>
          </p:nvPr>
        </p:nvSpPr>
        <p:spPr>
          <a:xfrm>
            <a:off x="244475" y="6557090"/>
            <a:ext cx="5673724" cy="123111"/>
          </a:xfrm>
        </p:spPr>
        <p:txBody>
          <a:bodyPr wrap="square" lIns="0" tIns="0" rIns="0" bIns="0" anchor="b">
            <a:spAutoFit/>
          </a:bodyPr>
          <a:lstStyle>
            <a:lvl1pPr marL="0" indent="0">
              <a:buNone/>
              <a:defRPr sz="800">
                <a:solidFill>
                  <a:schemeClr val="bg1">
                    <a:lumMod val="50000"/>
                  </a:schemeClr>
                </a:solidFill>
              </a:defRPr>
            </a:lvl1pPr>
            <a:lvl5pPr>
              <a:defRPr/>
            </a:lvl5pPr>
          </a:lstStyle>
          <a:p>
            <a:pPr lvl="0"/>
            <a:r>
              <a:rPr lang="en-US"/>
              <a:t>Image credit </a:t>
            </a:r>
          </a:p>
        </p:txBody>
      </p:sp>
    </p:spTree>
    <p:extLst>
      <p:ext uri="{BB962C8B-B14F-4D97-AF65-F5344CB8AC3E}">
        <p14:creationId xmlns:p14="http://schemas.microsoft.com/office/powerpoint/2010/main" val="12973107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0FA67C1-F7DE-4541-9383-BC2E44489F3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159000" y="3025330"/>
            <a:ext cx="7874000" cy="807340"/>
          </a:xfrm>
          <a:prstGeom prst="rect">
            <a:avLst/>
          </a:prstGeom>
        </p:spPr>
      </p:pic>
      <p:sp>
        <p:nvSpPr>
          <p:cNvPr id="3" name="Text Placeholder 2">
            <a:extLst>
              <a:ext uri="{FF2B5EF4-FFF2-40B4-BE49-F238E27FC236}">
                <a16:creationId xmlns:a16="http://schemas.microsoft.com/office/drawing/2014/main" id="{A25A22C1-D8F5-4786-9740-69D95B250F69}"/>
              </a:ext>
            </a:extLst>
          </p:cNvPr>
          <p:cNvSpPr>
            <a:spLocks noGrp="1"/>
          </p:cNvSpPr>
          <p:nvPr>
            <p:ph type="body" sz="quarter" idx="10" hasCustomPrompt="1"/>
          </p:nvPr>
        </p:nvSpPr>
        <p:spPr>
          <a:xfrm>
            <a:off x="245534" y="5998415"/>
            <a:ext cx="11700933" cy="249767"/>
          </a:xfrm>
        </p:spPr>
        <p:txBody>
          <a:bodyPr anchor="b">
            <a:noAutofit/>
          </a:bodyPr>
          <a:lstStyle>
            <a:lvl1pPr marL="0" indent="0">
              <a:buNone/>
              <a:defRPr lang="en-US" sz="800" kern="1200" dirty="0">
                <a:solidFill>
                  <a:schemeClr val="bg1">
                    <a:lumMod val="65000"/>
                  </a:schemeClr>
                </a:solidFill>
                <a:latin typeface="+mn-lt"/>
                <a:ea typeface="+mn-ea"/>
                <a:cs typeface="+mn-cs"/>
              </a:defRPr>
            </a:lvl1pPr>
          </a:lstStyle>
          <a:p>
            <a:pPr lvl="0"/>
            <a:r>
              <a:rPr lang="en-US"/>
              <a:t>Add specific disclaimers for products/services referenced in this presentation here.</a:t>
            </a:r>
          </a:p>
        </p:txBody>
      </p:sp>
      <p:sp>
        <p:nvSpPr>
          <p:cNvPr id="4" name="TextBox 3">
            <a:extLst>
              <a:ext uri="{FF2B5EF4-FFF2-40B4-BE49-F238E27FC236}">
                <a16:creationId xmlns:a16="http://schemas.microsoft.com/office/drawing/2014/main" id="{0B92AFF1-3A65-4865-9263-DF415AAE84C6}"/>
              </a:ext>
            </a:extLst>
          </p:cNvPr>
          <p:cNvSpPr txBox="1"/>
          <p:nvPr/>
        </p:nvSpPr>
        <p:spPr>
          <a:xfrm>
            <a:off x="245533" y="6273800"/>
            <a:ext cx="11700936" cy="4064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Autodesk and the Autodesk logo are registered trademarks or trademarks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D7685BFE-E355-4955-A651-C86618A915FB}"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pic>
        <p:nvPicPr>
          <p:cNvPr id="2" name="Graphic 1">
            <a:extLst>
              <a:ext uri="{FF2B5EF4-FFF2-40B4-BE49-F238E27FC236}">
                <a16:creationId xmlns:a16="http://schemas.microsoft.com/office/drawing/2014/main" id="{7E1A9C71-405F-5F27-EA2D-CD8C8C56F35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159000" y="3025330"/>
            <a:ext cx="7874000" cy="807340"/>
          </a:xfrm>
          <a:prstGeom prst="rect">
            <a:avLst/>
          </a:prstGeom>
        </p:spPr>
      </p:pic>
      <p:sp>
        <p:nvSpPr>
          <p:cNvPr id="6" name="TextBox 5">
            <a:extLst>
              <a:ext uri="{FF2B5EF4-FFF2-40B4-BE49-F238E27FC236}">
                <a16:creationId xmlns:a16="http://schemas.microsoft.com/office/drawing/2014/main" id="{BABACD6B-492D-4A84-BF73-233A2E523E06}"/>
              </a:ext>
            </a:extLst>
          </p:cNvPr>
          <p:cNvSpPr txBox="1"/>
          <p:nvPr userDrawn="1"/>
        </p:nvSpPr>
        <p:spPr>
          <a:xfrm>
            <a:off x="245533" y="6273800"/>
            <a:ext cx="11700936" cy="4064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Autodesk and the Autodesk logo are registered trademarks or trademarks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D7685BFE-E355-4955-A651-C86618A915FB}"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Tree>
    <p:extLst>
      <p:ext uri="{BB962C8B-B14F-4D97-AF65-F5344CB8AC3E}">
        <p14:creationId xmlns:p14="http://schemas.microsoft.com/office/powerpoint/2010/main" val="39150217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Title, Subtitle, 2-Column Content">
    <p:spTree>
      <p:nvGrpSpPr>
        <p:cNvPr id="1" name=""/>
        <p:cNvGrpSpPr/>
        <p:nvPr/>
      </p:nvGrpSpPr>
      <p:grpSpPr>
        <a:xfrm>
          <a:off x="0" y="0"/>
          <a:ext cx="0" cy="0"/>
          <a:chOff x="0" y="0"/>
          <a:chExt cx="0" cy="0"/>
        </a:xfrm>
      </p:grpSpPr>
      <p:sp>
        <p:nvSpPr>
          <p:cNvPr id="13" name="Text Placeholder 41">
            <a:extLst>
              <a:ext uri="{FF2B5EF4-FFF2-40B4-BE49-F238E27FC236}">
                <a16:creationId xmlns:a16="http://schemas.microsoft.com/office/drawing/2014/main" id="{63F5566E-6859-B588-7D8B-C53611F650ED}"/>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22" name="Content Placeholder 21">
            <a:extLst>
              <a:ext uri="{FF2B5EF4-FFF2-40B4-BE49-F238E27FC236}">
                <a16:creationId xmlns:a16="http://schemas.microsoft.com/office/drawing/2014/main" id="{00491938-8658-5A91-7EF7-5B2A259BF4B7}"/>
              </a:ext>
            </a:extLst>
          </p:cNvPr>
          <p:cNvSpPr>
            <a:spLocks noGrp="1"/>
          </p:cNvSpPr>
          <p:nvPr>
            <p:ph sz="quarter" idx="51" hasCustomPrompt="1"/>
          </p:nvPr>
        </p:nvSpPr>
        <p:spPr>
          <a:xfrm>
            <a:off x="419100" y="1638300"/>
            <a:ext cx="5488214" cy="4260850"/>
          </a:xfrm>
        </p:spPr>
        <p:txBody>
          <a:body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Content Placeholder 21">
            <a:extLst>
              <a:ext uri="{FF2B5EF4-FFF2-40B4-BE49-F238E27FC236}">
                <a16:creationId xmlns:a16="http://schemas.microsoft.com/office/drawing/2014/main" id="{91E3321A-E57A-DBAD-0012-16F1193165E7}"/>
              </a:ext>
            </a:extLst>
          </p:cNvPr>
          <p:cNvSpPr>
            <a:spLocks noGrp="1"/>
          </p:cNvSpPr>
          <p:nvPr>
            <p:ph sz="quarter" idx="52" hasCustomPrompt="1"/>
          </p:nvPr>
        </p:nvSpPr>
        <p:spPr>
          <a:xfrm>
            <a:off x="6284686" y="1638300"/>
            <a:ext cx="5488214" cy="4260850"/>
          </a:xfrm>
        </p:spPr>
        <p:txBody>
          <a:body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B3BCF588-ADAC-038E-EE60-70FEFFA7CD22}"/>
              </a:ext>
            </a:extLst>
          </p:cNvPr>
          <p:cNvSpPr>
            <a:spLocks noGrp="1"/>
          </p:cNvSpPr>
          <p:nvPr>
            <p:ph type="title" hasCustomPrompt="1"/>
          </p:nvPr>
        </p:nvSpPr>
        <p:spPr>
          <a:xfrm>
            <a:off x="419100" y="423668"/>
            <a:ext cx="11353800" cy="498598"/>
          </a:xfrm>
        </p:spPr>
        <p:txBody>
          <a:bodyPr>
            <a:noAutofit/>
          </a:bodyPr>
          <a:lstStyle>
            <a:lvl1pPr>
              <a:defRPr/>
            </a:lvl1pPr>
          </a:lstStyle>
          <a:p>
            <a:r>
              <a:rPr lang="en-US"/>
              <a:t>Click to add title</a:t>
            </a:r>
          </a:p>
        </p:txBody>
      </p:sp>
      <p:sp>
        <p:nvSpPr>
          <p:cNvPr id="5" name="Text Placeholder 18">
            <a:extLst>
              <a:ext uri="{FF2B5EF4-FFF2-40B4-BE49-F238E27FC236}">
                <a16:creationId xmlns:a16="http://schemas.microsoft.com/office/drawing/2014/main" id="{4B539815-9426-6258-2B7B-33AA4CD6D64F}"/>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a:solidFill>
                  <a:schemeClr val="tx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6" name="Slide Number Placeholder 14">
            <a:extLst>
              <a:ext uri="{FF2B5EF4-FFF2-40B4-BE49-F238E27FC236}">
                <a16:creationId xmlns:a16="http://schemas.microsoft.com/office/drawing/2014/main" id="{51EC96DB-91E1-9A5C-5F07-42906DA3F15C}"/>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a:solidFill>
                  <a:schemeClr val="tx2"/>
                </a:solidFill>
                <a:latin typeface="+mn-lt"/>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144812058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Half Image Area Lef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125DAC1-1E5C-4839-A0A0-22E1D2ECCC02}"/>
              </a:ext>
            </a:extLst>
          </p:cNvPr>
          <p:cNvSpPr/>
          <p:nvPr userDrawn="1"/>
        </p:nvSpPr>
        <p:spPr>
          <a:xfrm>
            <a:off x="-1586" y="0"/>
            <a:ext cx="592031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1600"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7709432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4" name="Title 1"/>
          <p:cNvSpPr>
            <a:spLocks noGrp="1"/>
          </p:cNvSpPr>
          <p:nvPr>
            <p:ph type="title"/>
          </p:nvPr>
        </p:nvSpPr>
        <p:spPr>
          <a:xfrm>
            <a:off x="262607" y="188914"/>
            <a:ext cx="11664676" cy="792909"/>
          </a:xfrm>
          <a:prstGeom prst="rect">
            <a:avLst/>
          </a:prstGeom>
        </p:spPr>
        <p:txBody>
          <a:bodyPr>
            <a:normAutofit/>
          </a:bodyPr>
          <a:lstStyle>
            <a:lvl1pPr algn="ctr">
              <a:defRPr sz="3300" b="0" i="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1055578758"/>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 Column with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2A390D8B-D3E1-C649-80FA-409A1257510D}" type="slidenum">
              <a:rPr lang="en-US" smtClean="0"/>
              <a:pPr/>
              <a:t>‹#›</a:t>
            </a:fld>
            <a:endParaRPr lang="en-US"/>
          </a:p>
        </p:txBody>
      </p:sp>
      <p:sp>
        <p:nvSpPr>
          <p:cNvPr id="4" name="Title 1"/>
          <p:cNvSpPr>
            <a:spLocks noGrp="1"/>
          </p:cNvSpPr>
          <p:nvPr>
            <p:ph type="title"/>
          </p:nvPr>
        </p:nvSpPr>
        <p:spPr>
          <a:xfrm>
            <a:off x="1112625" y="489852"/>
            <a:ext cx="9815863" cy="792909"/>
          </a:xfrm>
          <a:prstGeom prst="rect">
            <a:avLst/>
          </a:prstGeom>
        </p:spPr>
        <p:txBody>
          <a:bodyPr>
            <a:normAutofit/>
          </a:bodyPr>
          <a:lstStyle>
            <a:lvl1pPr algn="ctr">
              <a:defRPr sz="33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Text Placeholder 7"/>
          <p:cNvSpPr>
            <a:spLocks noGrp="1"/>
          </p:cNvSpPr>
          <p:nvPr>
            <p:ph type="body" sz="quarter" idx="13"/>
          </p:nvPr>
        </p:nvSpPr>
        <p:spPr>
          <a:xfrm>
            <a:off x="1112625" y="1759745"/>
            <a:ext cx="9815863" cy="3520281"/>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761851"/>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Half Image Area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901C9E-62C9-48D4-B590-63C19DC0AA06}"/>
              </a:ext>
            </a:extLst>
          </p:cNvPr>
          <p:cNvSpPr/>
          <p:nvPr userDrawn="1"/>
        </p:nvSpPr>
        <p:spPr>
          <a:xfrm>
            <a:off x="6271685" y="0"/>
            <a:ext cx="592031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1600"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p:nvPr>
        </p:nvSpPr>
        <p:spPr>
          <a:xfrm>
            <a:off x="490136" y="1039285"/>
            <a:ext cx="5430181" cy="328295"/>
          </a:xfrm>
        </p:spPr>
        <p:txBody>
          <a:bodyPr wrap="square" tIns="0">
            <a:spAutoFit/>
          </a:bodyPr>
          <a:lstStyle>
            <a:lvl1pPr marL="0" indent="0">
              <a:buNone/>
              <a:defRPr sz="2133" b="1"/>
            </a:lvl1pPr>
          </a:lstStyle>
          <a:p>
            <a:pPr lvl="0"/>
            <a:endParaRPr lang="en-US" dirty="0"/>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2440223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Keyword Slide_Autodesk Vault P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48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pic>
        <p:nvPicPr>
          <p:cNvPr id="8" name="Picture 7" descr="Shape&#10;&#10;Description automatically generated with medium confidence">
            <a:extLst>
              <a:ext uri="{FF2B5EF4-FFF2-40B4-BE49-F238E27FC236}">
                <a16:creationId xmlns:a16="http://schemas.microsoft.com/office/drawing/2014/main" id="{B2876F9C-D7CF-3021-9933-830E466829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8951" y="386203"/>
            <a:ext cx="3957631" cy="493363"/>
          </a:xfrm>
          <a:prstGeom prst="rect">
            <a:avLst/>
          </a:prstGeom>
        </p:spPr>
      </p:pic>
    </p:spTree>
    <p:extLst>
      <p:ext uri="{BB962C8B-B14F-4D97-AF65-F5344CB8AC3E}">
        <p14:creationId xmlns:p14="http://schemas.microsoft.com/office/powerpoint/2010/main" val="898687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4_Half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901C9E-62C9-48D4-B590-63C19DC0AA06}"/>
              </a:ext>
            </a:extLst>
          </p:cNvPr>
          <p:cNvSpPr/>
          <p:nvPr userDrawn="1"/>
        </p:nvSpPr>
        <p:spPr>
          <a:xfrm>
            <a:off x="6271685" y="0"/>
            <a:ext cx="592031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1600"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30062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pic>
        <p:nvPicPr>
          <p:cNvPr id="2" name="Picture 1" descr="A black object with a black background&#10;&#10;AI-generated content may be incorrect.">
            <a:extLst>
              <a:ext uri="{FF2B5EF4-FFF2-40B4-BE49-F238E27FC236}">
                <a16:creationId xmlns:a16="http://schemas.microsoft.com/office/drawing/2014/main" id="{926C5DD1-2E53-45A9-193A-F80EC371ABD5}"/>
              </a:ext>
            </a:extLst>
          </p:cNvPr>
          <p:cNvPicPr>
            <a:picLocks noChangeAspect="1"/>
          </p:cNvPicPr>
          <p:nvPr userDrawn="1"/>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dirty="0"/>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50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0" name="Picture 9" descr="A yellow square with white letter v and a black background&#10;&#10;AI-generated content may be incorrect.">
            <a:extLst>
              <a:ext uri="{FF2B5EF4-FFF2-40B4-BE49-F238E27FC236}">
                <a16:creationId xmlns:a16="http://schemas.microsoft.com/office/drawing/2014/main" id="{3B7EAFF8-B51A-DE6D-EA60-BC6E337F6D4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1066" y="2339078"/>
            <a:ext cx="1626751" cy="1626751"/>
          </a:xfrm>
          <a:prstGeom prst="rect">
            <a:avLst/>
          </a:prstGeom>
        </p:spPr>
      </p:pic>
    </p:spTree>
    <p:extLst>
      <p:ext uri="{BB962C8B-B14F-4D97-AF65-F5344CB8AC3E}">
        <p14:creationId xmlns:p14="http://schemas.microsoft.com/office/powerpoint/2010/main" val="11544508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Cover B">
    <p:bg>
      <p:bgRef idx="1002">
        <a:schemeClr val="bg1"/>
      </p:bgRef>
    </p:bg>
    <p:spTree>
      <p:nvGrpSpPr>
        <p:cNvPr id="1" name=""/>
        <p:cNvGrpSpPr/>
        <p:nvPr/>
      </p:nvGrpSpPr>
      <p:grpSpPr>
        <a:xfrm>
          <a:off x="0" y="0"/>
          <a:ext cx="0" cy="0"/>
          <a:chOff x="0" y="0"/>
          <a:chExt cx="0" cy="0"/>
        </a:xfrm>
      </p:grpSpPr>
      <p:pic>
        <p:nvPicPr>
          <p:cNvPr id="11" name="Picture 10" descr="A black object with a black background&#10;&#10;AI-generated content may be incorrect.">
            <a:extLst>
              <a:ext uri="{FF2B5EF4-FFF2-40B4-BE49-F238E27FC236}">
                <a16:creationId xmlns:a16="http://schemas.microsoft.com/office/drawing/2014/main" id="{A708A209-272A-91A2-95BE-BD6A8DBF82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descr="A yellow square with white letter v and a black background&#10;&#10;AI-generated content may be incorrect.">
            <a:extLst>
              <a:ext uri="{FF2B5EF4-FFF2-40B4-BE49-F238E27FC236}">
                <a16:creationId xmlns:a16="http://schemas.microsoft.com/office/drawing/2014/main" id="{B45A4874-6066-E854-2693-69C6524B0F6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1066" y="2339078"/>
            <a:ext cx="1626751" cy="1626751"/>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50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solidFill>
                  <a:srgbClr val="FFFF00"/>
                </a:solidFill>
              </a:defRPr>
            </a:lvl1pPr>
          </a:lstStyle>
          <a:p>
            <a:r>
              <a:rPr lang="en-US" dirty="0"/>
              <a:t>Presentation title can extend to two lines</a:t>
            </a:r>
          </a:p>
        </p:txBody>
      </p:sp>
    </p:spTree>
    <p:extLst>
      <p:ext uri="{BB962C8B-B14F-4D97-AF65-F5344CB8AC3E}">
        <p14:creationId xmlns:p14="http://schemas.microsoft.com/office/powerpoint/2010/main" val="13092411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ver B - Vault 202x">
    <p:spTree>
      <p:nvGrpSpPr>
        <p:cNvPr id="1" name=""/>
        <p:cNvGrpSpPr/>
        <p:nvPr/>
      </p:nvGrpSpPr>
      <p:grpSpPr>
        <a:xfrm>
          <a:off x="0" y="0"/>
          <a:ext cx="0" cy="0"/>
          <a:chOff x="0" y="0"/>
          <a:chExt cx="0" cy="0"/>
        </a:xfrm>
      </p:grpSpPr>
      <p:pic>
        <p:nvPicPr>
          <p:cNvPr id="2" name="Picture 1" descr="A black object with a black background&#10;&#10;AI-generated content may be incorrect.">
            <a:extLst>
              <a:ext uri="{FF2B5EF4-FFF2-40B4-BE49-F238E27FC236}">
                <a16:creationId xmlns:a16="http://schemas.microsoft.com/office/drawing/2014/main" id="{7577F290-211B-3AC1-2E27-4972860ED2D5}"/>
              </a:ext>
            </a:extLst>
          </p:cNvPr>
          <p:cNvPicPr>
            <a:picLocks noChangeAspect="1"/>
          </p:cNvPicPr>
          <p:nvPr userDrawn="1"/>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endParaRPr lang="en-US" dirty="0"/>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91255"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236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ver B - Vault 202x">
    <p:bg>
      <p:bgRef idx="1002">
        <a:schemeClr val="bg1"/>
      </p:bgRef>
    </p:bg>
    <p:spTree>
      <p:nvGrpSpPr>
        <p:cNvPr id="1" name=""/>
        <p:cNvGrpSpPr/>
        <p:nvPr/>
      </p:nvGrpSpPr>
      <p:grpSpPr>
        <a:xfrm>
          <a:off x="0" y="0"/>
          <a:ext cx="0" cy="0"/>
          <a:chOff x="0" y="0"/>
          <a:chExt cx="0" cy="0"/>
        </a:xfrm>
      </p:grpSpPr>
      <p:pic>
        <p:nvPicPr>
          <p:cNvPr id="9" name="Picture 8" descr="A black object with a black background&#10;&#10;AI-generated content may be incorrect.">
            <a:extLst>
              <a:ext uri="{FF2B5EF4-FFF2-40B4-BE49-F238E27FC236}">
                <a16:creationId xmlns:a16="http://schemas.microsoft.com/office/drawing/2014/main" id="{8B405AC7-8C0F-DE60-6A58-13A25C4824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endParaRPr lang="en-US" dirty="0"/>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91255"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5295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pic>
        <p:nvPicPr>
          <p:cNvPr id="3" name="Picture 2" descr="A black object with a black background&#10;&#10;AI-generated content may be incorrect.">
            <a:extLst>
              <a:ext uri="{FF2B5EF4-FFF2-40B4-BE49-F238E27FC236}">
                <a16:creationId xmlns:a16="http://schemas.microsoft.com/office/drawing/2014/main" id="{4E17AD79-87F9-2C96-2505-19BC2EFBA8EA}"/>
              </a:ext>
            </a:extLst>
          </p:cNvPr>
          <p:cNvPicPr>
            <a:picLocks noChangeAspect="1"/>
          </p:cNvPicPr>
          <p:nvPr userDrawn="1"/>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Graphic 31">
            <a:extLst>
              <a:ext uri="{FF2B5EF4-FFF2-40B4-BE49-F238E27FC236}">
                <a16:creationId xmlns:a16="http://schemas.microsoft.com/office/drawing/2014/main" id="{CCAE7F29-2806-4B09-B264-109F01E4225C}"/>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Source Placeholder 4">
            <a:extLst>
              <a:ext uri="{FF2B5EF4-FFF2-40B4-BE49-F238E27FC236}">
                <a16:creationId xmlns:a16="http://schemas.microsoft.com/office/drawing/2014/main" id="{34633426-AD31-4A24-843F-ABC63DD91391}"/>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10" name="Text Placeholder 2">
            <a:extLst>
              <a:ext uri="{FF2B5EF4-FFF2-40B4-BE49-F238E27FC236}">
                <a16:creationId xmlns:a16="http://schemas.microsoft.com/office/drawing/2014/main" id="{F76B059C-68C7-4BA1-865C-0BBBAB62CC5B}"/>
              </a:ext>
            </a:extLst>
          </p:cNvPr>
          <p:cNvSpPr>
            <a:spLocks noGrp="1"/>
          </p:cNvSpPr>
          <p:nvPr>
            <p:ph type="body" idx="1"/>
          </p:nvPr>
        </p:nvSpPr>
        <p:spPr>
          <a:xfrm>
            <a:off x="983194" y="3962675"/>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2" name="Title 1">
            <a:extLst>
              <a:ext uri="{FF2B5EF4-FFF2-40B4-BE49-F238E27FC236}">
                <a16:creationId xmlns:a16="http://schemas.microsoft.com/office/drawing/2014/main" id="{FE3B0E54-EEB9-4D2B-9BCF-83C16191894C}"/>
              </a:ext>
            </a:extLst>
          </p:cNvPr>
          <p:cNvSpPr>
            <a:spLocks noGrp="1"/>
          </p:cNvSpPr>
          <p:nvPr>
            <p:ph type="title" hasCustomPrompt="1"/>
          </p:nvPr>
        </p:nvSpPr>
        <p:spPr>
          <a:xfrm>
            <a:off x="983192" y="2354239"/>
            <a:ext cx="8327136" cy="1477328"/>
          </a:xfrm>
        </p:spPr>
        <p:txBody>
          <a:bodyPr/>
          <a:lstStyle>
            <a:lvl1pPr>
              <a:defRPr sz="5333"/>
            </a:lvl1pPr>
          </a:lstStyle>
          <a:p>
            <a:r>
              <a:rPr lang="en-US" dirty="0"/>
              <a:t>Divider title can</a:t>
            </a:r>
            <a:br>
              <a:rPr lang="en-US" dirty="0"/>
            </a:br>
            <a:r>
              <a:rPr lang="en-US" dirty="0"/>
              <a:t>extend to two lines</a:t>
            </a:r>
          </a:p>
        </p:txBody>
      </p:sp>
    </p:spTree>
    <p:extLst>
      <p:ext uri="{BB962C8B-B14F-4D97-AF65-F5344CB8AC3E}">
        <p14:creationId xmlns:p14="http://schemas.microsoft.com/office/powerpoint/2010/main" val="1842087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ver A">
    <p:spTree>
      <p:nvGrpSpPr>
        <p:cNvPr id="1" name=""/>
        <p:cNvGrpSpPr/>
        <p:nvPr/>
      </p:nvGrpSpPr>
      <p:grpSpPr>
        <a:xfrm>
          <a:off x="0" y="0"/>
          <a:ext cx="0" cy="0"/>
          <a:chOff x="0" y="0"/>
          <a:chExt cx="0" cy="0"/>
        </a:xfrm>
      </p:grpSpPr>
      <p:pic>
        <p:nvPicPr>
          <p:cNvPr id="2" name="Picture 1" descr="A black object with a black background&#10;&#10;AI-generated content may be incorrect.">
            <a:extLst>
              <a:ext uri="{FF2B5EF4-FFF2-40B4-BE49-F238E27FC236}">
                <a16:creationId xmlns:a16="http://schemas.microsoft.com/office/drawing/2014/main" id="{A1AC56C1-8744-95B3-F420-F8E2BE55001C}"/>
              </a:ext>
            </a:extLst>
          </p:cNvPr>
          <p:cNvPicPr>
            <a:picLocks noChangeAspect="1"/>
          </p:cNvPicPr>
          <p:nvPr userDrawn="1"/>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1" name="Graphic 20">
            <a:extLst>
              <a:ext uri="{FF2B5EF4-FFF2-40B4-BE49-F238E27FC236}">
                <a16:creationId xmlns:a16="http://schemas.microsoft.com/office/drawing/2014/main" id="{4FB9A8C5-61C1-4CC8-8ECC-99AB80C7715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88951" y="495181"/>
            <a:ext cx="1988149" cy="203849"/>
          </a:xfrm>
          <a:prstGeom prst="rect">
            <a:avLst/>
          </a:prstGeom>
        </p:spPr>
      </p:pic>
      <p:sp>
        <p:nvSpPr>
          <p:cNvPr id="3" name="Subtitle 2"/>
          <p:cNvSpPr>
            <a:spLocks noGrp="1"/>
          </p:cNvSpPr>
          <p:nvPr>
            <p:ph type="subTitle" idx="1" hasCustomPrompt="1"/>
          </p:nvPr>
        </p:nvSpPr>
        <p:spPr>
          <a:xfrm>
            <a:off x="488950" y="3976925"/>
            <a:ext cx="7353300" cy="332399"/>
          </a:xfrm>
        </p:spPr>
        <p:txBody>
          <a:bodyPr>
            <a:spAutoFit/>
          </a:bodyPr>
          <a:lstStyle>
            <a:lvl1pPr marL="0" indent="0" algn="l">
              <a:lnSpc>
                <a:spcPct val="90000"/>
              </a:lnSpc>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488949" y="5670849"/>
            <a:ext cx="5120643" cy="287259"/>
          </a:xfrm>
        </p:spPr>
        <p:txBody>
          <a:bodyPr wrap="square">
            <a:spAutoFit/>
          </a:bodyPr>
          <a:lstStyle>
            <a:lvl1pPr marL="0" indent="0">
              <a:buNone/>
              <a:defRPr sz="1867"/>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488949" y="5955099"/>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77000"/>
            <a:ext cx="11743269"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A7A55D6C-1CDB-4CD7-AAA2-9D100ECD57F0}"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F55D68E9-5580-4A00-AD65-557EB47CE195}"/>
              </a:ext>
            </a:extLst>
          </p:cNvPr>
          <p:cNvSpPr>
            <a:spLocks noGrp="1"/>
          </p:cNvSpPr>
          <p:nvPr>
            <p:ph type="title" hasCustomPrompt="1"/>
          </p:nvPr>
        </p:nvSpPr>
        <p:spPr>
          <a:xfrm>
            <a:off x="491321" y="1598502"/>
            <a:ext cx="8316383" cy="2215991"/>
          </a:xfrm>
        </p:spPr>
        <p:txBody>
          <a:bodyPr anchor="b"/>
          <a:lstStyle>
            <a:lvl1pPr>
              <a:defRPr sz="5333"/>
            </a:lvl1pPr>
          </a:lstStyle>
          <a:p>
            <a:r>
              <a:rPr lang="en-US" dirty="0"/>
              <a:t>Presentation title </a:t>
            </a:r>
            <a:br>
              <a:rPr lang="en-US" dirty="0"/>
            </a:br>
            <a:r>
              <a:rPr lang="en-US" dirty="0"/>
              <a:t>extends to two </a:t>
            </a:r>
            <a:br>
              <a:rPr lang="en-US" dirty="0"/>
            </a:br>
            <a:r>
              <a:rPr lang="en-US" dirty="0"/>
              <a:t>or more lines</a:t>
            </a:r>
          </a:p>
        </p:txBody>
      </p:sp>
    </p:spTree>
    <p:extLst>
      <p:ext uri="{BB962C8B-B14F-4D97-AF65-F5344CB8AC3E}">
        <p14:creationId xmlns:p14="http://schemas.microsoft.com/office/powerpoint/2010/main" val="34864899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pic>
        <p:nvPicPr>
          <p:cNvPr id="4" name="Picture 3" descr="A black object with a black background&#10;&#10;AI-generated content may be incorrect.">
            <a:extLst>
              <a:ext uri="{FF2B5EF4-FFF2-40B4-BE49-F238E27FC236}">
                <a16:creationId xmlns:a16="http://schemas.microsoft.com/office/drawing/2014/main" id="{A460CA68-494A-E1BA-5E5F-14B579945BF3}"/>
              </a:ext>
            </a:extLst>
          </p:cNvPr>
          <p:cNvPicPr>
            <a:picLocks noChangeAspect="1"/>
          </p:cNvPicPr>
          <p:nvPr userDrawn="1"/>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31">
            <a:extLst>
              <a:ext uri="{FF2B5EF4-FFF2-40B4-BE49-F238E27FC236}">
                <a16:creationId xmlns:a16="http://schemas.microsoft.com/office/drawing/2014/main" id="{774255B1-ABD6-4DEC-8067-2B176C87A5FB}"/>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p:cNvSpPr>
            <a:spLocks noGrp="1"/>
          </p:cNvSpPr>
          <p:nvPr>
            <p:ph type="title"/>
          </p:nvPr>
        </p:nvSpPr>
        <p:spPr>
          <a:xfrm>
            <a:off x="4114800" y="2328672"/>
            <a:ext cx="7584133" cy="1478400"/>
          </a:xfrm>
        </p:spPr>
        <p:txBody>
          <a:bodyPr anchor="b"/>
          <a:lstStyle>
            <a:lvl1pPr>
              <a:lnSpc>
                <a:spcPct val="90000"/>
              </a:lnSpc>
              <a:defRPr sz="5333" b="1" i="0">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114800" y="3972202"/>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81691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7247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itle, Subtitle, and Content">
    <p:bg>
      <p:bgRef idx="1002">
        <a:schemeClr val="bg1"/>
      </p:bgRef>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67378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0900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108066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Half 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endParaRPr lang="en-US" dirty="0"/>
          </a:p>
        </p:txBody>
      </p:sp>
    </p:spTree>
    <p:extLst>
      <p:ext uri="{BB962C8B-B14F-4D97-AF65-F5344CB8AC3E}">
        <p14:creationId xmlns:p14="http://schemas.microsoft.com/office/powerpoint/2010/main" val="10479472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Half Image Right">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endParaRPr lang="en-US" dirty="0"/>
          </a:p>
        </p:txBody>
      </p:sp>
    </p:spTree>
    <p:extLst>
      <p:ext uri="{BB962C8B-B14F-4D97-AF65-F5344CB8AC3E}">
        <p14:creationId xmlns:p14="http://schemas.microsoft.com/office/powerpoint/2010/main" val="20523886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Feature-Outcome Overvie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userDrawn="1"/>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1658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Feature-Outcome Overview">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381080" y="0"/>
            <a:ext cx="5922432"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userDrawn="1"/>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6559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B49BBE73-5AC5-43DD-9A15-B707C8C95B0A}"/>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694271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3_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B49BBE73-5AC5-43DD-9A15-B707C8C95B0A}"/>
              </a:ext>
            </a:extLst>
          </p:cNvPr>
          <p:cNvSpPr/>
          <p:nvPr userDrawn="1"/>
        </p:nvSpPr>
        <p:spPr>
          <a:xfrm>
            <a:off x="1" y="2"/>
            <a:ext cx="3981449"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2692082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A79F6CCF-7D44-4C48-84D8-B98B2C268584}"/>
              </a:ext>
            </a:extLst>
          </p:cNvPr>
          <p:cNvSpPr/>
          <p:nvPr userDrawn="1"/>
        </p:nvSpPr>
        <p:spPr>
          <a:xfrm>
            <a:off x="-2115" y="2"/>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19776091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Half 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A79F6CCF-7D44-4C48-84D8-B98B2C268584}"/>
              </a:ext>
            </a:extLst>
          </p:cNvPr>
          <p:cNvSpPr/>
          <p:nvPr userDrawn="1"/>
        </p:nvSpPr>
        <p:spPr>
          <a:xfrm>
            <a:off x="-2115" y="2"/>
            <a:ext cx="5922432"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17472659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0044377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Image Righ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3740437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userDrawn="1"/>
        </p:nvSpPr>
        <p:spPr>
          <a:xfrm>
            <a:off x="8210551" y="1"/>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360389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3_Image Right">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userDrawn="1"/>
        </p:nvSpPr>
        <p:spPr>
          <a:xfrm>
            <a:off x="8210551" y="0"/>
            <a:ext cx="3981449"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157725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9368176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3_Half Image Righ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761016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42023204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4_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7347857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2_Image Lef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1239192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5_Image Left">
    <p:bg>
      <p:bgRef idx="1002">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userDrawn="1"/>
        </p:nvSpPr>
        <p:spPr>
          <a:xfrm>
            <a:off x="1" y="2"/>
            <a:ext cx="3981449"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9217526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93582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3_Half Image Left">
    <p:bg>
      <p:bgRef idx="1002">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tx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6390610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02990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_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8354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ub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3134550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Title, Subtitle and Content - 2 Column">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12087121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989497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Title, Text, and Image">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tx2"/>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36372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Sub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29611139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itle, Subtitle, Text, and Image">
    <p:bg>
      <p:bgRef idx="1002">
        <a:schemeClr val="bg1"/>
      </p:bgRef>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tx2"/>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21750950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8866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itle with Subtitle">
    <p:bg>
      <p:bgRef idx="1002">
        <a:schemeClr val="bg1"/>
      </p:bgRef>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244891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33811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Title Only">
    <p:bg>
      <p:bgRef idx="1002">
        <a:schemeClr val="bg1"/>
      </p:bgRef>
    </p:bg>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8738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2323805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Keyword Slide">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21385643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Image Keyword Slid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60E83C5A-875F-4159-917A-339BF5530BAB}"/>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Source Placeholder 4">
            <a:extLst>
              <a:ext uri="{FF2B5EF4-FFF2-40B4-BE49-F238E27FC236}">
                <a16:creationId xmlns:a16="http://schemas.microsoft.com/office/drawing/2014/main" id="{0DDDDE4F-B6C4-4C26-8174-4A2FA73F6525}"/>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5" name="Rectangle 4">
            <a:extLst>
              <a:ext uri="{FF2B5EF4-FFF2-40B4-BE49-F238E27FC236}">
                <a16:creationId xmlns:a16="http://schemas.microsoft.com/office/drawing/2014/main" id="{666CFDC1-F1AA-4A2E-BE26-5875041CD7E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Image 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20265204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Pause Slide">
    <p:spTree>
      <p:nvGrpSpPr>
        <p:cNvPr id="1" name=""/>
        <p:cNvGrpSpPr/>
        <p:nvPr/>
      </p:nvGrpSpPr>
      <p:grpSpPr>
        <a:xfrm>
          <a:off x="0" y="0"/>
          <a:ext cx="0" cy="0"/>
          <a:chOff x="0" y="0"/>
          <a:chExt cx="0" cy="0"/>
        </a:xfrm>
      </p:grpSpPr>
      <p:pic>
        <p:nvPicPr>
          <p:cNvPr id="5" name="Picture 4" descr="A black object with a black background&#10;&#10;AI-generated content may be incorrect.">
            <a:extLst>
              <a:ext uri="{FF2B5EF4-FFF2-40B4-BE49-F238E27FC236}">
                <a16:creationId xmlns:a16="http://schemas.microsoft.com/office/drawing/2014/main" id="{DE62B7B8-CA9F-4EE8-2B21-110F2384B205}"/>
              </a:ext>
            </a:extLst>
          </p:cNvPr>
          <p:cNvPicPr>
            <a:picLocks noChangeAspect="1"/>
          </p:cNvPicPr>
          <p:nvPr userDrawn="1"/>
        </p:nvPicPr>
        <p:blipFill>
          <a:blip r:embed="rId2">
            <a:alphaModFix/>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1" i="0">
                <a:latin typeface="+mj-lt"/>
              </a:defRPr>
            </a:lvl1pPr>
          </a:lstStyle>
          <a:p>
            <a:r>
              <a:rPr lang="en-US"/>
              <a:t>Pause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14976392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443832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36648DC8-183E-4874-8A70-41E0E0E3E59D}"/>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4" name="Source Placeholder 4">
            <a:extLst>
              <a:ext uri="{FF2B5EF4-FFF2-40B4-BE49-F238E27FC236}">
                <a16:creationId xmlns:a16="http://schemas.microsoft.com/office/drawing/2014/main" id="{49D341AB-8C4A-4996-8690-BB48FE8192F3}"/>
              </a:ext>
              <a:ext uri="{C183D7F6-B498-43B3-948B-1728B52AA6E4}">
                <adec:decorative xmlns:adec="http://schemas.microsoft.com/office/drawing/2017/decorative" val="1"/>
              </a:ext>
            </a:extLst>
          </p:cNvPr>
          <p:cNvSpPr>
            <a:spLocks noGrp="1"/>
          </p:cNvSpPr>
          <p:nvPr>
            <p:ph type="body" sz="quarter" idx="12" hasCustomPrompt="1"/>
          </p:nvPr>
        </p:nvSpPr>
        <p:spPr>
          <a:xfrm>
            <a:off x="244475" y="6557090"/>
            <a:ext cx="5673724" cy="123111"/>
          </a:xfrm>
        </p:spPr>
        <p:txBody>
          <a:bodyPr wrap="square" lIns="0" tIns="0" rIns="0" bIns="0" anchor="b">
            <a:spAutoFit/>
          </a:bodyPr>
          <a:lstStyle>
            <a:lvl1pPr marL="0" indent="0">
              <a:buNone/>
              <a:defRPr sz="800">
                <a:solidFill>
                  <a:schemeClr val="bg1">
                    <a:lumMod val="50000"/>
                  </a:schemeClr>
                </a:solidFill>
              </a:defRPr>
            </a:lvl1pPr>
            <a:lvl5pPr>
              <a:defRPr/>
            </a:lvl5pPr>
          </a:lstStyle>
          <a:p>
            <a:pPr lvl="0"/>
            <a:r>
              <a:rPr lang="en-US"/>
              <a:t>Image credit </a:t>
            </a:r>
          </a:p>
        </p:txBody>
      </p:sp>
    </p:spTree>
    <p:extLst>
      <p:ext uri="{BB962C8B-B14F-4D97-AF65-F5344CB8AC3E}">
        <p14:creationId xmlns:p14="http://schemas.microsoft.com/office/powerpoint/2010/main" val="20320431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0FA67C1-F7DE-4541-9383-BC2E44489F3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159000" y="3025330"/>
            <a:ext cx="7874000" cy="807340"/>
          </a:xfrm>
          <a:prstGeom prst="rect">
            <a:avLst/>
          </a:prstGeom>
        </p:spPr>
      </p:pic>
      <p:sp>
        <p:nvSpPr>
          <p:cNvPr id="3" name="Text Placeholder 2">
            <a:extLst>
              <a:ext uri="{FF2B5EF4-FFF2-40B4-BE49-F238E27FC236}">
                <a16:creationId xmlns:a16="http://schemas.microsoft.com/office/drawing/2014/main" id="{A25A22C1-D8F5-4786-9740-69D95B250F69}"/>
              </a:ext>
            </a:extLst>
          </p:cNvPr>
          <p:cNvSpPr>
            <a:spLocks noGrp="1"/>
          </p:cNvSpPr>
          <p:nvPr>
            <p:ph type="body" sz="quarter" idx="10" hasCustomPrompt="1"/>
          </p:nvPr>
        </p:nvSpPr>
        <p:spPr>
          <a:xfrm>
            <a:off x="245534" y="5998415"/>
            <a:ext cx="11700933" cy="249767"/>
          </a:xfrm>
        </p:spPr>
        <p:txBody>
          <a:bodyPr anchor="b">
            <a:noAutofit/>
          </a:bodyPr>
          <a:lstStyle>
            <a:lvl1pPr marL="0" indent="0">
              <a:buNone/>
              <a:defRPr lang="en-US" sz="800" kern="1200" dirty="0">
                <a:solidFill>
                  <a:schemeClr val="bg1">
                    <a:lumMod val="65000"/>
                  </a:schemeClr>
                </a:solidFill>
                <a:latin typeface="+mn-lt"/>
                <a:ea typeface="+mn-ea"/>
                <a:cs typeface="+mn-cs"/>
              </a:defRPr>
            </a:lvl1pPr>
          </a:lstStyle>
          <a:p>
            <a:pPr lvl="0"/>
            <a:r>
              <a:rPr lang="en-US"/>
              <a:t>Add specific disclaimers for products/services referenced in this presentation here.</a:t>
            </a:r>
          </a:p>
        </p:txBody>
      </p:sp>
      <p:sp>
        <p:nvSpPr>
          <p:cNvPr id="4" name="TextBox 3">
            <a:extLst>
              <a:ext uri="{FF2B5EF4-FFF2-40B4-BE49-F238E27FC236}">
                <a16:creationId xmlns:a16="http://schemas.microsoft.com/office/drawing/2014/main" id="{0B92AFF1-3A65-4865-9263-DF415AAE84C6}"/>
              </a:ext>
            </a:extLst>
          </p:cNvPr>
          <p:cNvSpPr txBox="1"/>
          <p:nvPr userDrawn="1"/>
        </p:nvSpPr>
        <p:spPr>
          <a:xfrm>
            <a:off x="245533" y="6273800"/>
            <a:ext cx="11700936" cy="4064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Autodesk and the Autodesk logo are registered trademarks or trademarks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D7685BFE-E355-4955-A651-C86618A915FB}"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Tree>
    <p:extLst>
      <p:ext uri="{BB962C8B-B14F-4D97-AF65-F5344CB8AC3E}">
        <p14:creationId xmlns:p14="http://schemas.microsoft.com/office/powerpoint/2010/main" val="2672066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slideLayout" Target="../slideLayouts/slideLayout97.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63" Type="http://schemas.openxmlformats.org/officeDocument/2006/relationships/theme" Target="../theme/theme2.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9" Type="http://schemas.openxmlformats.org/officeDocument/2006/relationships/slideLayout" Target="../slideLayouts/slideLayout87.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5" Type="http://schemas.openxmlformats.org/officeDocument/2006/relationships/slideLayout" Target="../slideLayouts/slideLayout63.xml"/><Relationship Id="rId61" Type="http://schemas.openxmlformats.org/officeDocument/2006/relationships/slideLayout" Target="../slideLayouts/slideLayout119.xml"/><Relationship Id="rId19" Type="http://schemas.openxmlformats.org/officeDocument/2006/relationships/slideLayout" Target="../slideLayouts/slideLayout7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62" Type="http://schemas.openxmlformats.org/officeDocument/2006/relationships/slideLayout" Target="../slideLayouts/slideLayout12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10" Type="http://schemas.openxmlformats.org/officeDocument/2006/relationships/slideLayout" Target="../slideLayouts/slideLayout68.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slideLayout" Target="../slideLayouts/slideLayout11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9" Type="http://schemas.openxmlformats.org/officeDocument/2006/relationships/slideLayout" Target="../slideLayouts/slideLayout159.xml"/><Relationship Id="rId21" Type="http://schemas.openxmlformats.org/officeDocument/2006/relationships/slideLayout" Target="../slideLayouts/slideLayout141.xml"/><Relationship Id="rId34" Type="http://schemas.openxmlformats.org/officeDocument/2006/relationships/slideLayout" Target="../slideLayouts/slideLayout154.xml"/><Relationship Id="rId42" Type="http://schemas.openxmlformats.org/officeDocument/2006/relationships/slideLayout" Target="../slideLayouts/slideLayout162.xml"/><Relationship Id="rId47" Type="http://schemas.openxmlformats.org/officeDocument/2006/relationships/slideLayout" Target="../slideLayouts/slideLayout167.xml"/><Relationship Id="rId50" Type="http://schemas.openxmlformats.org/officeDocument/2006/relationships/slideLayout" Target="../slideLayouts/slideLayout170.xml"/><Relationship Id="rId7" Type="http://schemas.openxmlformats.org/officeDocument/2006/relationships/slideLayout" Target="../slideLayouts/slideLayout127.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9" Type="http://schemas.openxmlformats.org/officeDocument/2006/relationships/slideLayout" Target="../slideLayouts/slideLayout149.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37" Type="http://schemas.openxmlformats.org/officeDocument/2006/relationships/slideLayout" Target="../slideLayouts/slideLayout157.xml"/><Relationship Id="rId40" Type="http://schemas.openxmlformats.org/officeDocument/2006/relationships/slideLayout" Target="../slideLayouts/slideLayout160.xml"/><Relationship Id="rId45" Type="http://schemas.openxmlformats.org/officeDocument/2006/relationships/slideLayout" Target="../slideLayouts/slideLayout165.xml"/><Relationship Id="rId5" Type="http://schemas.openxmlformats.org/officeDocument/2006/relationships/slideLayout" Target="../slideLayouts/slideLayout125.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36" Type="http://schemas.openxmlformats.org/officeDocument/2006/relationships/slideLayout" Target="../slideLayouts/slideLayout156.xml"/><Relationship Id="rId49" Type="http://schemas.openxmlformats.org/officeDocument/2006/relationships/slideLayout" Target="../slideLayouts/slideLayout169.xml"/><Relationship Id="rId10" Type="http://schemas.openxmlformats.org/officeDocument/2006/relationships/slideLayout" Target="../slideLayouts/slideLayout130.xml"/><Relationship Id="rId19" Type="http://schemas.openxmlformats.org/officeDocument/2006/relationships/slideLayout" Target="../slideLayouts/slideLayout139.xml"/><Relationship Id="rId31" Type="http://schemas.openxmlformats.org/officeDocument/2006/relationships/slideLayout" Target="../slideLayouts/slideLayout151.xml"/><Relationship Id="rId44" Type="http://schemas.openxmlformats.org/officeDocument/2006/relationships/slideLayout" Target="../slideLayouts/slideLayout164.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 Id="rId35" Type="http://schemas.openxmlformats.org/officeDocument/2006/relationships/slideLayout" Target="../slideLayouts/slideLayout155.xml"/><Relationship Id="rId43" Type="http://schemas.openxmlformats.org/officeDocument/2006/relationships/slideLayout" Target="../slideLayouts/slideLayout163.xml"/><Relationship Id="rId48" Type="http://schemas.openxmlformats.org/officeDocument/2006/relationships/slideLayout" Target="../slideLayouts/slideLayout168.xml"/><Relationship Id="rId8" Type="http://schemas.openxmlformats.org/officeDocument/2006/relationships/slideLayout" Target="../slideLayouts/slideLayout128.xml"/><Relationship Id="rId51" Type="http://schemas.openxmlformats.org/officeDocument/2006/relationships/theme" Target="../theme/theme3.xml"/><Relationship Id="rId3" Type="http://schemas.openxmlformats.org/officeDocument/2006/relationships/slideLayout" Target="../slideLayouts/slideLayout123.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slideLayout" Target="../slideLayouts/slideLayout153.xml"/><Relationship Id="rId38" Type="http://schemas.openxmlformats.org/officeDocument/2006/relationships/slideLayout" Target="../slideLayouts/slideLayout158.xml"/><Relationship Id="rId46" Type="http://schemas.openxmlformats.org/officeDocument/2006/relationships/slideLayout" Target="../slideLayouts/slideLayout166.xml"/><Relationship Id="rId20" Type="http://schemas.openxmlformats.org/officeDocument/2006/relationships/slideLayout" Target="../slideLayouts/slideLayout140.xml"/><Relationship Id="rId41" Type="http://schemas.openxmlformats.org/officeDocument/2006/relationships/slideLayout" Target="../slideLayouts/slideLayout161.xml"/><Relationship Id="rId1" Type="http://schemas.openxmlformats.org/officeDocument/2006/relationships/slideLayout" Target="../slideLayouts/slideLayout121.xml"/><Relationship Id="rId6"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1320" y="487681"/>
            <a:ext cx="11209360" cy="531428"/>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491320" y="1584960"/>
            <a:ext cx="11209360" cy="47853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3"/>
          </p:nvPr>
        </p:nvSpPr>
        <p:spPr>
          <a:xfrm>
            <a:off x="6096001" y="6477000"/>
            <a:ext cx="5848351" cy="203200"/>
          </a:xfrm>
          <a:prstGeom prst="rect">
            <a:avLst/>
          </a:prstGeom>
        </p:spPr>
        <p:txBody>
          <a:bodyPr vert="horz" lIns="0" tIns="0" rIns="0" bIns="0" rtlCol="0" anchor="b"/>
          <a:lstStyle>
            <a:lvl1pPr algn="r">
              <a:defRPr sz="800">
                <a:solidFill>
                  <a:schemeClr val="bg1">
                    <a:lumMod val="65000"/>
                  </a:schemeClr>
                </a:solidFill>
              </a:defRPr>
            </a:lvl1p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915431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377" rtl="0" eaLnBrk="1" latinLnBrk="0" hangingPunct="1">
        <a:lnSpc>
          <a:spcPct val="90000"/>
        </a:lnSpc>
        <a:spcBef>
          <a:spcPct val="0"/>
        </a:spcBef>
        <a:buNone/>
        <a:defRPr sz="3733" b="1" i="0" kern="1200">
          <a:solidFill>
            <a:schemeClr val="tx1"/>
          </a:solidFill>
          <a:latin typeface="+mj-lt"/>
          <a:ea typeface="+mj-ea"/>
          <a:cs typeface="+mj-cs"/>
        </a:defRPr>
      </a:lvl1pPr>
    </p:titleStyle>
    <p:bodyStyle>
      <a:lvl1pPr marL="304792" indent="-304792" algn="l" defTabSz="914377" rtl="0" eaLnBrk="1" latinLnBrk="0" hangingPunct="1">
        <a:lnSpc>
          <a:spcPct val="100000"/>
        </a:lnSpc>
        <a:spcBef>
          <a:spcPts val="2667"/>
        </a:spcBef>
        <a:buClr>
          <a:schemeClr val="tx2"/>
        </a:buClr>
        <a:buFont typeface="Wingdings 2" panose="05020102010507070707" pitchFamily="18" charset="2"/>
        <a:buChar char=""/>
        <a:defRPr sz="2133"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A4A3A4"/>
          </p15:clr>
        </p15:guide>
        <p15:guide id="3" orient="horz" pos="230">
          <p15:clr>
            <a:srgbClr val="A4A3A4"/>
          </p15:clr>
        </p15:guide>
        <p15:guide id="4" orient="horz" pos="3060">
          <p15:clr>
            <a:srgbClr val="A4A3A4"/>
          </p15:clr>
        </p15:guide>
        <p15:guide id="5" pos="231">
          <p15:clr>
            <a:srgbClr val="A4A3A4"/>
          </p15:clr>
        </p15:guide>
        <p15:guide id="6" pos="5528">
          <p15:clr>
            <a:srgbClr val="A4A3A4"/>
          </p15:clr>
        </p15:guide>
        <p15:guide id="7" pos="116">
          <p15:clr>
            <a:srgbClr val="A4A3A4"/>
          </p15:clr>
        </p15:guide>
        <p15:guide id="8" orient="horz" pos="3156">
          <p15:clr>
            <a:srgbClr val="A4A3A4"/>
          </p15:clr>
        </p15:guide>
        <p15:guide id="9" pos="5643">
          <p15:clr>
            <a:srgbClr val="A4A3A4"/>
          </p15:clr>
        </p15:guide>
        <p15:guide id="10" orient="horz" pos="3011">
          <p15:clr>
            <a:srgbClr val="A4A3A4"/>
          </p15:clr>
        </p15:guide>
        <p15:guide id="11" orient="horz" pos="74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1320" y="487681"/>
            <a:ext cx="11209360" cy="531428"/>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491320" y="1584960"/>
            <a:ext cx="11209360" cy="47853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3"/>
          </p:nvPr>
        </p:nvSpPr>
        <p:spPr>
          <a:xfrm>
            <a:off x="6096001" y="6477000"/>
            <a:ext cx="5848351" cy="203200"/>
          </a:xfrm>
          <a:prstGeom prst="rect">
            <a:avLst/>
          </a:prstGeom>
        </p:spPr>
        <p:txBody>
          <a:bodyPr vert="horz" lIns="0" tIns="0" rIns="0" bIns="0" rtlCol="0" anchor="b"/>
          <a:lstStyle>
            <a:lvl1pPr algn="r">
              <a:defRPr sz="800">
                <a:solidFill>
                  <a:schemeClr val="bg1">
                    <a:lumMod val="65000"/>
                  </a:schemeClr>
                </a:solidFill>
              </a:defRPr>
            </a:lvl1p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78455976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 id="2147483745" r:id="rId26"/>
    <p:sldLayoutId id="2147483746" r:id="rId27"/>
    <p:sldLayoutId id="2147483747" r:id="rId28"/>
    <p:sldLayoutId id="2147483748" r:id="rId29"/>
    <p:sldLayoutId id="2147483749" r:id="rId30"/>
    <p:sldLayoutId id="2147483750" r:id="rId31"/>
    <p:sldLayoutId id="2147483751" r:id="rId32"/>
    <p:sldLayoutId id="2147483752" r:id="rId33"/>
    <p:sldLayoutId id="2147483753" r:id="rId34"/>
    <p:sldLayoutId id="2147483754" r:id="rId35"/>
    <p:sldLayoutId id="2147483755" r:id="rId36"/>
    <p:sldLayoutId id="2147483756" r:id="rId37"/>
    <p:sldLayoutId id="2147483757" r:id="rId38"/>
    <p:sldLayoutId id="2147483758" r:id="rId39"/>
    <p:sldLayoutId id="2147483759" r:id="rId40"/>
    <p:sldLayoutId id="2147483760" r:id="rId41"/>
    <p:sldLayoutId id="2147483761" r:id="rId42"/>
    <p:sldLayoutId id="2147483762" r:id="rId43"/>
    <p:sldLayoutId id="2147483763" r:id="rId44"/>
    <p:sldLayoutId id="2147483764" r:id="rId45"/>
    <p:sldLayoutId id="2147483765" r:id="rId46"/>
    <p:sldLayoutId id="2147483766" r:id="rId47"/>
    <p:sldLayoutId id="2147483767" r:id="rId48"/>
    <p:sldLayoutId id="2147483768" r:id="rId49"/>
    <p:sldLayoutId id="2147483769" r:id="rId50"/>
    <p:sldLayoutId id="2147483770" r:id="rId51"/>
    <p:sldLayoutId id="2147483771" r:id="rId52"/>
    <p:sldLayoutId id="2147483772" r:id="rId53"/>
    <p:sldLayoutId id="2147483773" r:id="rId54"/>
    <p:sldLayoutId id="2147483774" r:id="rId55"/>
    <p:sldLayoutId id="2147483775" r:id="rId56"/>
    <p:sldLayoutId id="2147483776" r:id="rId57"/>
    <p:sldLayoutId id="2147483777" r:id="rId58"/>
    <p:sldLayoutId id="2147483778" r:id="rId59"/>
    <p:sldLayoutId id="2147483779" r:id="rId60"/>
    <p:sldLayoutId id="2147483780" r:id="rId61"/>
    <p:sldLayoutId id="2147483781" r:id="rId6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377" rtl="0" eaLnBrk="1" latinLnBrk="0" hangingPunct="1">
        <a:lnSpc>
          <a:spcPct val="90000"/>
        </a:lnSpc>
        <a:spcBef>
          <a:spcPct val="0"/>
        </a:spcBef>
        <a:buNone/>
        <a:defRPr sz="3733" b="1" i="0" kern="1200">
          <a:solidFill>
            <a:schemeClr val="tx1"/>
          </a:solidFill>
          <a:latin typeface="+mj-lt"/>
          <a:ea typeface="+mj-ea"/>
          <a:cs typeface="+mj-cs"/>
        </a:defRPr>
      </a:lvl1pPr>
    </p:titleStyle>
    <p:bodyStyle>
      <a:lvl1pPr marL="304792" indent="-304792" algn="l" defTabSz="914377" rtl="0" eaLnBrk="1" latinLnBrk="0" hangingPunct="1">
        <a:lnSpc>
          <a:spcPct val="100000"/>
        </a:lnSpc>
        <a:spcBef>
          <a:spcPts val="2667"/>
        </a:spcBef>
        <a:buClr>
          <a:schemeClr val="tx2"/>
        </a:buClr>
        <a:buFont typeface="Wingdings 2" panose="05020102010507070707" pitchFamily="18" charset="2"/>
        <a:buChar char=""/>
        <a:defRPr sz="2133"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A4A3A4"/>
          </p15:clr>
        </p15:guide>
        <p15:guide id="3" orient="horz" pos="230">
          <p15:clr>
            <a:srgbClr val="A4A3A4"/>
          </p15:clr>
        </p15:guide>
        <p15:guide id="4" orient="horz" pos="3060">
          <p15:clr>
            <a:srgbClr val="A4A3A4"/>
          </p15:clr>
        </p15:guide>
        <p15:guide id="5" pos="231">
          <p15:clr>
            <a:srgbClr val="A4A3A4"/>
          </p15:clr>
        </p15:guide>
        <p15:guide id="6" pos="5528">
          <p15:clr>
            <a:srgbClr val="A4A3A4"/>
          </p15:clr>
        </p15:guide>
        <p15:guide id="7" pos="116">
          <p15:clr>
            <a:srgbClr val="A4A3A4"/>
          </p15:clr>
        </p15:guide>
        <p15:guide id="8" orient="horz" pos="3156">
          <p15:clr>
            <a:srgbClr val="A4A3A4"/>
          </p15:clr>
        </p15:guide>
        <p15:guide id="9" pos="5643">
          <p15:clr>
            <a:srgbClr val="A4A3A4"/>
          </p15:clr>
        </p15:guide>
        <p15:guide id="10" orient="horz" pos="3011">
          <p15:clr>
            <a:srgbClr val="A4A3A4"/>
          </p15:clr>
        </p15:guide>
        <p15:guide id="11" orient="horz" pos="74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1320" y="487681"/>
            <a:ext cx="11209360" cy="531428"/>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491320" y="1584960"/>
            <a:ext cx="11209360" cy="47853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3"/>
          </p:nvPr>
        </p:nvSpPr>
        <p:spPr>
          <a:xfrm>
            <a:off x="6096001" y="6477000"/>
            <a:ext cx="5848351" cy="203200"/>
          </a:xfrm>
          <a:prstGeom prst="rect">
            <a:avLst/>
          </a:prstGeom>
        </p:spPr>
        <p:txBody>
          <a:bodyPr vert="horz" lIns="0" tIns="0" rIns="0" bIns="0" rtlCol="0" anchor="b"/>
          <a:lstStyle>
            <a:lvl1pPr algn="r">
              <a:defRPr sz="800">
                <a:solidFill>
                  <a:schemeClr val="bg1">
                    <a:lumMod val="65000"/>
                  </a:schemeClr>
                </a:solidFill>
              </a:defRPr>
            </a:lvl1p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234262811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5" r:id="rId23"/>
    <p:sldLayoutId id="2147483806" r:id="rId24"/>
    <p:sldLayoutId id="2147483807" r:id="rId25"/>
    <p:sldLayoutId id="2147483808" r:id="rId26"/>
    <p:sldLayoutId id="2147483809" r:id="rId27"/>
    <p:sldLayoutId id="2147483810" r:id="rId28"/>
    <p:sldLayoutId id="2147483811" r:id="rId29"/>
    <p:sldLayoutId id="2147483812" r:id="rId30"/>
    <p:sldLayoutId id="2147483813" r:id="rId31"/>
    <p:sldLayoutId id="2147483814" r:id="rId32"/>
    <p:sldLayoutId id="2147483815" r:id="rId33"/>
    <p:sldLayoutId id="2147483816" r:id="rId34"/>
    <p:sldLayoutId id="2147483817" r:id="rId35"/>
    <p:sldLayoutId id="2147483818" r:id="rId36"/>
    <p:sldLayoutId id="2147483819" r:id="rId37"/>
    <p:sldLayoutId id="2147483820" r:id="rId38"/>
    <p:sldLayoutId id="2147483821" r:id="rId39"/>
    <p:sldLayoutId id="2147483822" r:id="rId40"/>
    <p:sldLayoutId id="2147483823" r:id="rId41"/>
    <p:sldLayoutId id="2147483824" r:id="rId42"/>
    <p:sldLayoutId id="2147483825" r:id="rId43"/>
    <p:sldLayoutId id="2147483826" r:id="rId44"/>
    <p:sldLayoutId id="2147483827" r:id="rId45"/>
    <p:sldLayoutId id="2147483828" r:id="rId46"/>
    <p:sldLayoutId id="2147483829" r:id="rId47"/>
    <p:sldLayoutId id="2147483830" r:id="rId48"/>
    <p:sldLayoutId id="2147483831" r:id="rId49"/>
    <p:sldLayoutId id="2147483832" r:id="rId50"/>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377" rtl="0" eaLnBrk="1" latinLnBrk="0" hangingPunct="1">
        <a:lnSpc>
          <a:spcPct val="90000"/>
        </a:lnSpc>
        <a:spcBef>
          <a:spcPct val="0"/>
        </a:spcBef>
        <a:buNone/>
        <a:defRPr sz="3733" b="1" i="0" kern="1200">
          <a:solidFill>
            <a:schemeClr val="tx1"/>
          </a:solidFill>
          <a:latin typeface="+mj-lt"/>
          <a:ea typeface="+mj-ea"/>
          <a:cs typeface="+mj-cs"/>
        </a:defRPr>
      </a:lvl1pPr>
    </p:titleStyle>
    <p:bodyStyle>
      <a:lvl1pPr marL="304792" indent="-304792" algn="l" defTabSz="914377" rtl="0" eaLnBrk="1" latinLnBrk="0" hangingPunct="1">
        <a:lnSpc>
          <a:spcPct val="100000"/>
        </a:lnSpc>
        <a:spcBef>
          <a:spcPts val="2667"/>
        </a:spcBef>
        <a:buClr>
          <a:schemeClr val="tx2"/>
        </a:buClr>
        <a:buFont typeface="Wingdings 2" panose="05020102010507070707" pitchFamily="18" charset="2"/>
        <a:buChar char=""/>
        <a:defRPr sz="2133"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A4A3A4"/>
          </p15:clr>
        </p15:guide>
        <p15:guide id="3" orient="horz" pos="230">
          <p15:clr>
            <a:srgbClr val="A4A3A4"/>
          </p15:clr>
        </p15:guide>
        <p15:guide id="4" orient="horz" pos="3060">
          <p15:clr>
            <a:srgbClr val="A4A3A4"/>
          </p15:clr>
        </p15:guide>
        <p15:guide id="5" pos="231">
          <p15:clr>
            <a:srgbClr val="A4A3A4"/>
          </p15:clr>
        </p15:guide>
        <p15:guide id="6" pos="5528">
          <p15:clr>
            <a:srgbClr val="A4A3A4"/>
          </p15:clr>
        </p15:guide>
        <p15:guide id="7" pos="116">
          <p15:clr>
            <a:srgbClr val="A4A3A4"/>
          </p15:clr>
        </p15:guide>
        <p15:guide id="8" orient="horz" pos="3156">
          <p15:clr>
            <a:srgbClr val="A4A3A4"/>
          </p15:clr>
        </p15:guide>
        <p15:guide id="9" pos="5643">
          <p15:clr>
            <a:srgbClr val="A4A3A4"/>
          </p15:clr>
        </p15:guide>
        <p15:guide id="10" orient="horz" pos="3011">
          <p15:clr>
            <a:srgbClr val="A4A3A4"/>
          </p15:clr>
        </p15:guide>
        <p15:guide id="11" orient="horz" pos="748">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2.xml"/><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1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05.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8.xml"/><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105.xml"/><Relationship Id="rId5" Type="http://schemas.openxmlformats.org/officeDocument/2006/relationships/image" Target="../media/image35.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2.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github.com/koechlm/Autodesk.TS.Vault-Job-Collection" TargetMode="External"/><Relationship Id="rId1" Type="http://schemas.openxmlformats.org/officeDocument/2006/relationships/slideLayout" Target="../slideLayouts/slideLayout1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5633E-9775-3D36-42CC-5582A20D75A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CC86099-25B1-17C2-3B35-A14B18575FED}"/>
              </a:ext>
            </a:extLst>
          </p:cNvPr>
          <p:cNvSpPr>
            <a:spLocks noGrp="1"/>
          </p:cNvSpPr>
          <p:nvPr>
            <p:ph type="body" sz="quarter" idx="14"/>
          </p:nvPr>
        </p:nvSpPr>
        <p:spPr/>
        <p:txBody>
          <a:bodyPr/>
          <a:lstStyle/>
          <a:p>
            <a:endParaRPr lang="en-US"/>
          </a:p>
        </p:txBody>
      </p:sp>
      <p:sp>
        <p:nvSpPr>
          <p:cNvPr id="3" name="Subtitle 2">
            <a:extLst>
              <a:ext uri="{FF2B5EF4-FFF2-40B4-BE49-F238E27FC236}">
                <a16:creationId xmlns:a16="http://schemas.microsoft.com/office/drawing/2014/main" id="{26608F02-7E71-7EA2-3B30-62602EB35660}"/>
              </a:ext>
            </a:extLst>
          </p:cNvPr>
          <p:cNvSpPr>
            <a:spLocks noGrp="1"/>
          </p:cNvSpPr>
          <p:nvPr>
            <p:ph type="subTitle" idx="1"/>
          </p:nvPr>
        </p:nvSpPr>
        <p:spPr>
          <a:xfrm>
            <a:off x="2588639" y="3948803"/>
            <a:ext cx="9112295" cy="369332"/>
          </a:xfrm>
        </p:spPr>
        <p:txBody>
          <a:bodyPr/>
          <a:lstStyle/>
          <a:p>
            <a:r>
              <a:rPr lang="en-US" dirty="0"/>
              <a:t>Solution Samples</a:t>
            </a:r>
            <a:endParaRPr lang="en-DE" dirty="0"/>
          </a:p>
        </p:txBody>
      </p:sp>
      <p:sp>
        <p:nvSpPr>
          <p:cNvPr id="6" name="Title 5">
            <a:extLst>
              <a:ext uri="{FF2B5EF4-FFF2-40B4-BE49-F238E27FC236}">
                <a16:creationId xmlns:a16="http://schemas.microsoft.com/office/drawing/2014/main" id="{4E3B5AAF-1231-4326-1A85-D9C02DC1BB5D}"/>
              </a:ext>
            </a:extLst>
          </p:cNvPr>
          <p:cNvSpPr>
            <a:spLocks noGrp="1"/>
          </p:cNvSpPr>
          <p:nvPr>
            <p:ph type="title"/>
          </p:nvPr>
        </p:nvSpPr>
        <p:spPr>
          <a:xfrm>
            <a:off x="2588385" y="2343124"/>
            <a:ext cx="9354828" cy="1477199"/>
          </a:xfrm>
        </p:spPr>
        <p:txBody>
          <a:bodyPr/>
          <a:lstStyle/>
          <a:p>
            <a:r>
              <a:rPr lang="en-US" dirty="0"/>
              <a:t>Autodesk Technical Sales</a:t>
            </a:r>
            <a:br>
              <a:rPr lang="en-US" dirty="0"/>
            </a:br>
            <a:r>
              <a:rPr lang="en-US" dirty="0">
                <a:solidFill>
                  <a:schemeClr val="accent5"/>
                </a:solidFill>
              </a:rPr>
              <a:t>Vault-Job-Collection</a:t>
            </a:r>
            <a:endParaRPr lang="en-DE" dirty="0">
              <a:solidFill>
                <a:schemeClr val="accent5"/>
              </a:solidFill>
            </a:endParaRPr>
          </a:p>
        </p:txBody>
      </p:sp>
      <p:sp>
        <p:nvSpPr>
          <p:cNvPr id="8" name="Text Placeholder 3">
            <a:extLst>
              <a:ext uri="{FF2B5EF4-FFF2-40B4-BE49-F238E27FC236}">
                <a16:creationId xmlns:a16="http://schemas.microsoft.com/office/drawing/2014/main" id="{8634011E-9D9F-1B8E-1A0A-513A117C54A7}"/>
              </a:ext>
            </a:extLst>
          </p:cNvPr>
          <p:cNvSpPr txBox="1">
            <a:spLocks/>
          </p:cNvSpPr>
          <p:nvPr/>
        </p:nvSpPr>
        <p:spPr>
          <a:xfrm>
            <a:off x="2588385" y="5186714"/>
            <a:ext cx="5120643" cy="287259"/>
          </a:xfrm>
          <a:prstGeom prst="rect">
            <a:avLst/>
          </a:prstGeom>
        </p:spPr>
        <p:txBody>
          <a:bodyPr vert="horz" wrap="square" lIns="0" tIns="0" rIns="0" bIns="0" rtlCol="0">
            <a:spAutoFit/>
          </a:bodyPr>
          <a:lstStyle>
            <a:lvl1pPr marL="0" indent="0" algn="l" defTabSz="914377" rtl="0" eaLnBrk="1" latinLnBrk="0" hangingPunct="1">
              <a:lnSpc>
                <a:spcPct val="100000"/>
              </a:lnSpc>
              <a:spcBef>
                <a:spcPts val="2667"/>
              </a:spcBef>
              <a:buClr>
                <a:schemeClr val="tx2"/>
              </a:buClr>
              <a:buFont typeface="Wingdings 2" panose="05020102010507070707" pitchFamily="18" charset="2"/>
              <a:buNone/>
              <a:defRPr sz="1867"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2667"/>
              </a:spcBef>
              <a:spcAft>
                <a:spcPts val="0"/>
              </a:spcAft>
              <a:buClr>
                <a:srgbClr val="666666"/>
              </a:buClr>
              <a:buSzTx/>
              <a:buFont typeface="Wingdings 2" panose="05020102010507070707" pitchFamily="18" charset="2"/>
              <a:buNone/>
              <a:tabLst/>
              <a:defRPr/>
            </a:pPr>
            <a:r>
              <a:rPr kumimoji="0" lang="en-US" sz="1867" b="0" i="0" u="none" strike="noStrike" kern="1200" cap="none" spc="0" normalizeH="0" baseline="0" noProof="0" dirty="0">
                <a:ln>
                  <a:noFill/>
                </a:ln>
                <a:solidFill>
                  <a:srgbClr val="000000"/>
                </a:solidFill>
                <a:effectLst/>
                <a:uLnTx/>
                <a:uFillTx/>
                <a:latin typeface="Arial" panose="020B0604020202020204"/>
                <a:ea typeface="+mn-ea"/>
                <a:cs typeface="+mn-cs"/>
              </a:rPr>
              <a:t>Markus Koechl</a:t>
            </a:r>
            <a:endParaRPr kumimoji="0" lang="en-DE" sz="1867"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 name="Text Placeholder 4">
            <a:extLst>
              <a:ext uri="{FF2B5EF4-FFF2-40B4-BE49-F238E27FC236}">
                <a16:creationId xmlns:a16="http://schemas.microsoft.com/office/drawing/2014/main" id="{960AD4C8-A600-B302-8C85-54E621E0D7E6}"/>
              </a:ext>
            </a:extLst>
          </p:cNvPr>
          <p:cNvSpPr txBox="1">
            <a:spLocks/>
          </p:cNvSpPr>
          <p:nvPr/>
        </p:nvSpPr>
        <p:spPr>
          <a:xfrm>
            <a:off x="2588385" y="5470964"/>
            <a:ext cx="5120643" cy="225703"/>
          </a:xfrm>
          <a:prstGeom prst="rect">
            <a:avLst/>
          </a:prstGeom>
        </p:spPr>
        <p:txBody>
          <a:bodyPr vert="horz" wrap="square" lIns="0" tIns="0" rIns="0" bIns="0" rtlCol="0">
            <a:spAutoFit/>
          </a:bodyPr>
          <a:lstStyle>
            <a:lvl1pPr marL="0" indent="0" algn="l" defTabSz="914377" rtl="0" eaLnBrk="1" latinLnBrk="0" hangingPunct="1">
              <a:lnSpc>
                <a:spcPct val="100000"/>
              </a:lnSpc>
              <a:spcBef>
                <a:spcPts val="2667"/>
              </a:spcBef>
              <a:buClr>
                <a:schemeClr val="tx2"/>
              </a:buClr>
              <a:buFont typeface="Wingdings 2" panose="05020102010507070707" pitchFamily="18" charset="2"/>
              <a:buNone/>
              <a:defRPr sz="1467"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2667"/>
              </a:spcBef>
              <a:spcAft>
                <a:spcPts val="0"/>
              </a:spcAft>
              <a:buClr>
                <a:srgbClr val="666666"/>
              </a:buClr>
              <a:buSzTx/>
              <a:buFont typeface="Wingdings 2" panose="05020102010507070707" pitchFamily="18" charset="2"/>
              <a:buNone/>
              <a:tabLst/>
              <a:defRPr/>
            </a:pPr>
            <a:r>
              <a:rPr kumimoji="0" lang="en-US" sz="1467" b="0" i="0" u="none" strike="noStrike" kern="1200" cap="none" spc="0" normalizeH="0" baseline="0" noProof="0" dirty="0">
                <a:ln>
                  <a:noFill/>
                </a:ln>
                <a:solidFill>
                  <a:srgbClr val="000000"/>
                </a:solidFill>
                <a:effectLst/>
                <a:uLnTx/>
                <a:uFillTx/>
                <a:latin typeface="Arial" panose="020B0604020202020204"/>
                <a:ea typeface="+mn-ea"/>
                <a:cs typeface="+mn-cs"/>
              </a:rPr>
              <a:t>Solutions Engineer PDM|PLM</a:t>
            </a:r>
            <a:endParaRPr kumimoji="0" lang="en-DE" sz="1467"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DFB9D35D-C58C-2A92-E3EA-1B61312E3323}"/>
              </a:ext>
            </a:extLst>
          </p:cNvPr>
          <p:cNvSpPr/>
          <p:nvPr/>
        </p:nvSpPr>
        <p:spPr>
          <a:xfrm rot="846442">
            <a:off x="3092452" y="814172"/>
            <a:ext cx="6007094" cy="923330"/>
          </a:xfrm>
          <a:prstGeom prst="rect">
            <a:avLst/>
          </a:prstGeom>
          <a:noFill/>
        </p:spPr>
        <p:txBody>
          <a:bodyPr wrap="none" lIns="91440" tIns="45720" rIns="91440" bIns="45720">
            <a:spAutoFit/>
          </a:bodyPr>
          <a:lstStyle/>
          <a:p>
            <a:pPr algn="ctr"/>
            <a:r>
              <a:rPr lang="en-US" sz="5400" b="1" cap="none" spc="50" dirty="0">
                <a:ln w="0"/>
                <a:solidFill>
                  <a:schemeClr val="bg2"/>
                </a:solidFill>
                <a:effectLst>
                  <a:innerShdw blurRad="63500" dist="50800" dir="13500000">
                    <a:srgbClr val="000000">
                      <a:alpha val="50000"/>
                    </a:srgbClr>
                  </a:innerShdw>
                </a:effectLst>
              </a:rPr>
              <a:t>Work in Progress</a:t>
            </a:r>
          </a:p>
        </p:txBody>
      </p:sp>
    </p:spTree>
    <p:extLst>
      <p:ext uri="{BB962C8B-B14F-4D97-AF65-F5344CB8AC3E}">
        <p14:creationId xmlns:p14="http://schemas.microsoft.com/office/powerpoint/2010/main" val="4632057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C56C-FC65-07F9-2652-FD2A333E92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4FEA18-4665-AE44-403F-951E86C7907C}"/>
              </a:ext>
            </a:extLst>
          </p:cNvPr>
          <p:cNvSpPr>
            <a:spLocks noGrp="1"/>
          </p:cNvSpPr>
          <p:nvPr>
            <p:ph type="title"/>
          </p:nvPr>
        </p:nvSpPr>
        <p:spPr/>
        <p:txBody>
          <a:bodyPr/>
          <a:lstStyle/>
          <a:p>
            <a:r>
              <a:rPr lang="en-US" dirty="0"/>
              <a:t>Overview</a:t>
            </a:r>
            <a:endParaRPr lang="en-DE" dirty="0"/>
          </a:p>
        </p:txBody>
      </p:sp>
      <p:sp>
        <p:nvSpPr>
          <p:cNvPr id="8" name="Text Placeholder 7">
            <a:extLst>
              <a:ext uri="{FF2B5EF4-FFF2-40B4-BE49-F238E27FC236}">
                <a16:creationId xmlns:a16="http://schemas.microsoft.com/office/drawing/2014/main" id="{7D3976BA-E4B6-5207-C983-9AA66A92B88F}"/>
              </a:ext>
            </a:extLst>
          </p:cNvPr>
          <p:cNvSpPr>
            <a:spLocks noGrp="1"/>
          </p:cNvSpPr>
          <p:nvPr>
            <p:ph type="body" sz="quarter" idx="13"/>
          </p:nvPr>
        </p:nvSpPr>
        <p:spPr/>
        <p:txBody>
          <a:bodyPr/>
          <a:lstStyle/>
          <a:p>
            <a:r>
              <a:rPr lang="en-US" dirty="0"/>
              <a:t>TS Vault Job Collection</a:t>
            </a:r>
          </a:p>
        </p:txBody>
      </p:sp>
      <p:sp>
        <p:nvSpPr>
          <p:cNvPr id="2" name="Content Placeholder 1">
            <a:extLst>
              <a:ext uri="{FF2B5EF4-FFF2-40B4-BE49-F238E27FC236}">
                <a16:creationId xmlns:a16="http://schemas.microsoft.com/office/drawing/2014/main" id="{F4E7AE6B-93D1-B7AD-ABAE-5DC842612A8A}"/>
              </a:ext>
            </a:extLst>
          </p:cNvPr>
          <p:cNvSpPr>
            <a:spLocks noGrp="1"/>
          </p:cNvSpPr>
          <p:nvPr>
            <p:ph idx="1"/>
          </p:nvPr>
        </p:nvSpPr>
        <p:spPr/>
        <p:txBody>
          <a:bodyPr>
            <a:normAutofit/>
          </a:bodyPr>
          <a:lstStyle/>
          <a:p>
            <a:r>
              <a:rPr lang="en-US" dirty="0">
                <a:solidFill>
                  <a:schemeClr val="bg2"/>
                </a:solidFill>
              </a:rPr>
              <a:t>Replaced “InventorExportAnySampleJob”</a:t>
            </a:r>
          </a:p>
          <a:p>
            <a:r>
              <a:rPr lang="en-US" dirty="0">
                <a:solidFill>
                  <a:schemeClr val="bg2"/>
                </a:solidFill>
              </a:rPr>
              <a:t>.NET Core – complete rewrite</a:t>
            </a:r>
          </a:p>
          <a:p>
            <a:r>
              <a:rPr lang="en-US" dirty="0"/>
              <a:t>Distinct Jobs per task/acting application</a:t>
            </a:r>
          </a:p>
          <a:p>
            <a:pPr lvl="1"/>
            <a:r>
              <a:rPr lang="en-US" dirty="0"/>
              <a:t>Individual job option configuration</a:t>
            </a:r>
          </a:p>
          <a:p>
            <a:pPr lvl="1"/>
            <a:r>
              <a:rPr lang="en-US" dirty="0"/>
              <a:t>Enable/disable as needed</a:t>
            </a:r>
          </a:p>
          <a:p>
            <a:pPr lvl="1"/>
            <a:r>
              <a:rPr lang="en-US" dirty="0"/>
              <a:t>Shared library for common functions like acquiring files or handling export files</a:t>
            </a:r>
          </a:p>
        </p:txBody>
      </p:sp>
      <p:pic>
        <p:nvPicPr>
          <p:cNvPr id="14" name="Picture 13">
            <a:extLst>
              <a:ext uri="{FF2B5EF4-FFF2-40B4-BE49-F238E27FC236}">
                <a16:creationId xmlns:a16="http://schemas.microsoft.com/office/drawing/2014/main" id="{87B1E5DC-DF09-FCBE-53EA-C3A86B3EDEEA}"/>
              </a:ext>
            </a:extLst>
          </p:cNvPr>
          <p:cNvPicPr>
            <a:picLocks noChangeAspect="1"/>
          </p:cNvPicPr>
          <p:nvPr/>
        </p:nvPicPr>
        <p:blipFill>
          <a:blip r:embed="rId2"/>
          <a:stretch>
            <a:fillRect/>
          </a:stretch>
        </p:blipFill>
        <p:spPr>
          <a:xfrm>
            <a:off x="326379" y="1660934"/>
            <a:ext cx="5430181" cy="3115790"/>
          </a:xfrm>
          <a:prstGeom prst="rect">
            <a:avLst/>
          </a:prstGeom>
        </p:spPr>
      </p:pic>
      <p:pic>
        <p:nvPicPr>
          <p:cNvPr id="6" name="Picture 5">
            <a:extLst>
              <a:ext uri="{FF2B5EF4-FFF2-40B4-BE49-F238E27FC236}">
                <a16:creationId xmlns:a16="http://schemas.microsoft.com/office/drawing/2014/main" id="{97C59646-2FFA-AF32-3176-3C6AF305A367}"/>
              </a:ext>
            </a:extLst>
          </p:cNvPr>
          <p:cNvPicPr>
            <a:picLocks noChangeAspect="1"/>
          </p:cNvPicPr>
          <p:nvPr/>
        </p:nvPicPr>
        <p:blipFill>
          <a:blip r:embed="rId3"/>
          <a:stretch>
            <a:fillRect/>
          </a:stretch>
        </p:blipFill>
        <p:spPr>
          <a:xfrm>
            <a:off x="326379" y="249328"/>
            <a:ext cx="5430181" cy="1411606"/>
          </a:xfrm>
          <a:prstGeom prst="rect">
            <a:avLst/>
          </a:prstGeom>
        </p:spPr>
      </p:pic>
      <p:pic>
        <p:nvPicPr>
          <p:cNvPr id="9" name="Picture 8">
            <a:extLst>
              <a:ext uri="{FF2B5EF4-FFF2-40B4-BE49-F238E27FC236}">
                <a16:creationId xmlns:a16="http://schemas.microsoft.com/office/drawing/2014/main" id="{2E34E1E8-E85B-D795-0CD4-916DC8EB3856}"/>
              </a:ext>
            </a:extLst>
          </p:cNvPr>
          <p:cNvPicPr>
            <a:picLocks noChangeAspect="1"/>
          </p:cNvPicPr>
          <p:nvPr/>
        </p:nvPicPr>
        <p:blipFill>
          <a:blip r:embed="rId4"/>
          <a:stretch>
            <a:fillRect/>
          </a:stretch>
        </p:blipFill>
        <p:spPr>
          <a:xfrm>
            <a:off x="326379" y="4841875"/>
            <a:ext cx="5430181" cy="1519189"/>
          </a:xfrm>
          <a:prstGeom prst="rect">
            <a:avLst/>
          </a:prstGeom>
        </p:spPr>
      </p:pic>
    </p:spTree>
    <p:extLst>
      <p:ext uri="{BB962C8B-B14F-4D97-AF65-F5344CB8AC3E}">
        <p14:creationId xmlns:p14="http://schemas.microsoft.com/office/powerpoint/2010/main" val="1840570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1C92B-7E49-315C-C2F1-C78CD59634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BFAAA0-18CE-13E1-F5DD-2BD049C4A33F}"/>
              </a:ext>
            </a:extLst>
          </p:cNvPr>
          <p:cNvSpPr>
            <a:spLocks noGrp="1"/>
          </p:cNvSpPr>
          <p:nvPr>
            <p:ph type="title"/>
          </p:nvPr>
        </p:nvSpPr>
        <p:spPr/>
        <p:txBody>
          <a:bodyPr/>
          <a:lstStyle/>
          <a:p>
            <a:r>
              <a:rPr lang="en-US" dirty="0"/>
              <a:t>Revit Exports</a:t>
            </a:r>
          </a:p>
        </p:txBody>
      </p:sp>
      <p:sp>
        <p:nvSpPr>
          <p:cNvPr id="5" name="Text Placeholder 4">
            <a:extLst>
              <a:ext uri="{FF2B5EF4-FFF2-40B4-BE49-F238E27FC236}">
                <a16:creationId xmlns:a16="http://schemas.microsoft.com/office/drawing/2014/main" id="{8ADA70CE-3104-3D08-24B5-9A5DCCB3E37C}"/>
              </a:ext>
            </a:extLst>
          </p:cNvPr>
          <p:cNvSpPr>
            <a:spLocks noGrp="1"/>
          </p:cNvSpPr>
          <p:nvPr>
            <p:ph type="body" sz="quarter" idx="13"/>
          </p:nvPr>
        </p:nvSpPr>
        <p:spPr/>
        <p:txBody>
          <a:bodyPr/>
          <a:lstStyle/>
          <a:p>
            <a:r>
              <a:rPr lang="en-US" dirty="0"/>
              <a:t>Inventor Automation – Vault Integrated</a:t>
            </a:r>
          </a:p>
        </p:txBody>
      </p:sp>
      <p:sp>
        <p:nvSpPr>
          <p:cNvPr id="4" name="Content Placeholder 3">
            <a:extLst>
              <a:ext uri="{FF2B5EF4-FFF2-40B4-BE49-F238E27FC236}">
                <a16:creationId xmlns:a16="http://schemas.microsoft.com/office/drawing/2014/main" id="{2497172B-1124-EC88-2140-DCFD0455897C}"/>
              </a:ext>
            </a:extLst>
          </p:cNvPr>
          <p:cNvSpPr>
            <a:spLocks noGrp="1"/>
          </p:cNvSpPr>
          <p:nvPr>
            <p:ph idx="1"/>
          </p:nvPr>
        </p:nvSpPr>
        <p:spPr>
          <a:xfrm>
            <a:off x="490136" y="1626669"/>
            <a:ext cx="5430181" cy="1584950"/>
          </a:xfrm>
        </p:spPr>
        <p:txBody>
          <a:bodyPr>
            <a:normAutofit fontScale="92500" lnSpcReduction="20000"/>
          </a:bodyPr>
          <a:lstStyle/>
          <a:p>
            <a:r>
              <a:rPr lang="en-US" dirty="0"/>
              <a:t>Objectives and Scope</a:t>
            </a:r>
          </a:p>
          <a:p>
            <a:pPr lvl="1"/>
            <a:r>
              <a:rPr lang="en-US" dirty="0"/>
              <a:t>The Inventor Simplification workflow for Revit (*.rvt) targets Autodesk Docs for sharing</a:t>
            </a:r>
          </a:p>
          <a:p>
            <a:pPr lvl="1"/>
            <a:r>
              <a:rPr lang="en-US" dirty="0"/>
              <a:t>Leverage preset simplification levels to publish models for Forma sharing or collaboration processes</a:t>
            </a:r>
          </a:p>
        </p:txBody>
      </p:sp>
      <p:sp>
        <p:nvSpPr>
          <p:cNvPr id="6" name="Content Placeholder 5">
            <a:extLst>
              <a:ext uri="{FF2B5EF4-FFF2-40B4-BE49-F238E27FC236}">
                <a16:creationId xmlns:a16="http://schemas.microsoft.com/office/drawing/2014/main" id="{74304ABC-4297-32C1-FB84-BFDBF4D6F41A}"/>
              </a:ext>
            </a:extLst>
          </p:cNvPr>
          <p:cNvSpPr>
            <a:spLocks noGrp="1"/>
          </p:cNvSpPr>
          <p:nvPr>
            <p:ph idx="14"/>
          </p:nvPr>
        </p:nvSpPr>
        <p:spPr>
          <a:xfrm>
            <a:off x="490136" y="3724977"/>
            <a:ext cx="5430181" cy="2645343"/>
          </a:xfrm>
        </p:spPr>
        <p:txBody>
          <a:bodyPr>
            <a:normAutofit fontScale="92500" lnSpcReduction="10000"/>
          </a:bodyPr>
          <a:lstStyle/>
          <a:p>
            <a:r>
              <a:rPr lang="en-US" dirty="0"/>
              <a:t>Outcome Options | Benefits</a:t>
            </a:r>
          </a:p>
          <a:p>
            <a:pPr lvl="1"/>
            <a:r>
              <a:rPr lang="en-US" dirty="0"/>
              <a:t>Automate the simplification process</a:t>
            </a:r>
          </a:p>
          <a:p>
            <a:pPr lvl="2"/>
            <a:r>
              <a:rPr lang="en-US" dirty="0"/>
              <a:t>Leverage simplification presets (managed by Vault)</a:t>
            </a:r>
          </a:p>
          <a:p>
            <a:pPr lvl="1"/>
            <a:r>
              <a:rPr lang="en-US" dirty="0"/>
              <a:t>Create/Update vaulted RVT Export files</a:t>
            </a:r>
          </a:p>
          <a:p>
            <a:pPr lvl="2"/>
            <a:r>
              <a:rPr lang="en-US" dirty="0"/>
              <a:t>Auto check-out/check-in</a:t>
            </a:r>
          </a:p>
          <a:p>
            <a:pPr lvl="2"/>
            <a:r>
              <a:rPr lang="en-US" dirty="0"/>
              <a:t>Manage RVT export files as Vault Attachment</a:t>
            </a:r>
          </a:p>
          <a:p>
            <a:pPr lvl="1"/>
            <a:r>
              <a:rPr lang="en-US" dirty="0"/>
              <a:t>Automate all steps required to share Revit project files for on-premise and cloud collaboration</a:t>
            </a:r>
          </a:p>
        </p:txBody>
      </p:sp>
      <p:pic>
        <p:nvPicPr>
          <p:cNvPr id="7" name="Picture 6">
            <a:extLst>
              <a:ext uri="{FF2B5EF4-FFF2-40B4-BE49-F238E27FC236}">
                <a16:creationId xmlns:a16="http://schemas.microsoft.com/office/drawing/2014/main" id="{6DDD6C18-10A2-5139-4FD7-BBAD33F728C9}"/>
              </a:ext>
            </a:extLst>
          </p:cNvPr>
          <p:cNvPicPr>
            <a:picLocks noChangeAspect="1"/>
          </p:cNvPicPr>
          <p:nvPr/>
        </p:nvPicPr>
        <p:blipFill>
          <a:blip r:embed="rId2"/>
          <a:stretch>
            <a:fillRect/>
          </a:stretch>
        </p:blipFill>
        <p:spPr>
          <a:xfrm>
            <a:off x="6614226" y="419109"/>
            <a:ext cx="2667741" cy="620176"/>
          </a:xfrm>
          <a:prstGeom prst="rect">
            <a:avLst/>
          </a:prstGeom>
        </p:spPr>
      </p:pic>
      <p:pic>
        <p:nvPicPr>
          <p:cNvPr id="3074" name="Picture 2">
            <a:extLst>
              <a:ext uri="{FF2B5EF4-FFF2-40B4-BE49-F238E27FC236}">
                <a16:creationId xmlns:a16="http://schemas.microsoft.com/office/drawing/2014/main" id="{071DC230-92DD-02D6-8248-A4D4EDB431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4226" y="3294451"/>
            <a:ext cx="2428672" cy="146691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666BCB0-83FD-4D9D-330B-2A2A03E04B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4226" y="4911274"/>
            <a:ext cx="2529256" cy="16266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FE504E5-5B9A-012E-87DA-AA2514B02415}"/>
              </a:ext>
            </a:extLst>
          </p:cNvPr>
          <p:cNvPicPr>
            <a:picLocks noChangeAspect="1"/>
          </p:cNvPicPr>
          <p:nvPr/>
        </p:nvPicPr>
        <p:blipFill>
          <a:blip r:embed="rId5"/>
          <a:stretch>
            <a:fillRect/>
          </a:stretch>
        </p:blipFill>
        <p:spPr>
          <a:xfrm>
            <a:off x="9411906" y="422890"/>
            <a:ext cx="2552381" cy="5380952"/>
          </a:xfrm>
          <a:prstGeom prst="rect">
            <a:avLst/>
          </a:prstGeom>
        </p:spPr>
      </p:pic>
    </p:spTree>
    <p:extLst>
      <p:ext uri="{BB962C8B-B14F-4D97-AF65-F5344CB8AC3E}">
        <p14:creationId xmlns:p14="http://schemas.microsoft.com/office/powerpoint/2010/main" val="31590838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F1E94-29A3-5246-24DE-61C3073A77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099C69-F1B3-33DD-3A95-32256FA69708}"/>
              </a:ext>
            </a:extLst>
          </p:cNvPr>
          <p:cNvSpPr>
            <a:spLocks noGrp="1"/>
          </p:cNvSpPr>
          <p:nvPr>
            <p:ph type="title"/>
          </p:nvPr>
        </p:nvSpPr>
        <p:spPr/>
        <p:txBody>
          <a:bodyPr/>
          <a:lstStyle/>
          <a:p>
            <a:r>
              <a:rPr lang="en-US" dirty="0"/>
              <a:t>Revit Exports</a:t>
            </a:r>
          </a:p>
        </p:txBody>
      </p:sp>
      <p:sp>
        <p:nvSpPr>
          <p:cNvPr id="7" name="Content Placeholder 6">
            <a:extLst>
              <a:ext uri="{FF2B5EF4-FFF2-40B4-BE49-F238E27FC236}">
                <a16:creationId xmlns:a16="http://schemas.microsoft.com/office/drawing/2014/main" id="{61D2038D-EC4A-B497-07FC-AE198D63DB1D}"/>
              </a:ext>
            </a:extLst>
          </p:cNvPr>
          <p:cNvSpPr>
            <a:spLocks noGrp="1"/>
          </p:cNvSpPr>
          <p:nvPr>
            <p:ph idx="1"/>
          </p:nvPr>
        </p:nvSpPr>
        <p:spPr/>
        <p:txBody>
          <a:bodyPr>
            <a:normAutofit fontScale="92500" lnSpcReduction="10000"/>
          </a:bodyPr>
          <a:lstStyle/>
          <a:p>
            <a:r>
              <a:rPr lang="en-US" dirty="0"/>
              <a:t>Pre-requisites Inventor Model</a:t>
            </a:r>
          </a:p>
          <a:p>
            <a:pPr lvl="1"/>
            <a:r>
              <a:rPr lang="en-US" dirty="0"/>
              <a:t>Assembly context</a:t>
            </a:r>
          </a:p>
          <a:p>
            <a:pPr lvl="1"/>
            <a:r>
              <a:rPr lang="en-US" dirty="0"/>
              <a:t>Simplification preset file</a:t>
            </a:r>
          </a:p>
          <a:p>
            <a:pPr lvl="2"/>
            <a:r>
              <a:rPr lang="en-US" dirty="0"/>
              <a:t>Managed in Vault </a:t>
            </a:r>
          </a:p>
          <a:p>
            <a:pPr lvl="2"/>
            <a:r>
              <a:rPr lang="en-US" dirty="0"/>
              <a:t>Containing 1 to 4 simplification levels</a:t>
            </a:r>
          </a:p>
          <a:p>
            <a:r>
              <a:rPr lang="en-US" dirty="0"/>
              <a:t>Result</a:t>
            </a:r>
          </a:p>
          <a:p>
            <a:pPr lvl="1"/>
            <a:r>
              <a:rPr lang="en-US" dirty="0"/>
              <a:t>Simplified geometry saved as Revit file</a:t>
            </a:r>
          </a:p>
          <a:p>
            <a:pPr lvl="1"/>
            <a:r>
              <a:rPr lang="en-US" dirty="0"/>
              <a:t>Export files added/version updated</a:t>
            </a:r>
          </a:p>
          <a:p>
            <a:pPr lvl="2"/>
            <a:r>
              <a:rPr lang="en-US" dirty="0"/>
              <a:t>Location = source file’s location</a:t>
            </a:r>
          </a:p>
          <a:p>
            <a:pPr lvl="1"/>
            <a:r>
              <a:rPr lang="en-US" i="1" dirty="0">
                <a:solidFill>
                  <a:schemeClr val="tx2"/>
                </a:solidFill>
              </a:rPr>
              <a:t>Known limitation</a:t>
            </a:r>
          </a:p>
          <a:p>
            <a:pPr lvl="2"/>
            <a:r>
              <a:rPr lang="en-US" i="1" dirty="0">
                <a:solidFill>
                  <a:schemeClr val="tx2"/>
                </a:solidFill>
              </a:rPr>
              <a:t>Export files are attached if FDU DWG underlays are not active</a:t>
            </a:r>
          </a:p>
          <a:p>
            <a:pPr lvl="2"/>
            <a:r>
              <a:rPr lang="en-US" i="1" dirty="0">
                <a:solidFill>
                  <a:schemeClr val="tx2"/>
                </a:solidFill>
              </a:rPr>
              <a:t>Export files are not attached in FDU environments with active DWG underlays</a:t>
            </a:r>
          </a:p>
          <a:p>
            <a:endParaRPr lang="en-US" dirty="0"/>
          </a:p>
        </p:txBody>
      </p:sp>
      <p:sp>
        <p:nvSpPr>
          <p:cNvPr id="9" name="Text Placeholder 8">
            <a:extLst>
              <a:ext uri="{FF2B5EF4-FFF2-40B4-BE49-F238E27FC236}">
                <a16:creationId xmlns:a16="http://schemas.microsoft.com/office/drawing/2014/main" id="{E9BFBEEE-EB5A-82D0-2714-66791158539D}"/>
              </a:ext>
            </a:extLst>
          </p:cNvPr>
          <p:cNvSpPr>
            <a:spLocks noGrp="1"/>
          </p:cNvSpPr>
          <p:nvPr>
            <p:ph type="body" sz="quarter" idx="12"/>
          </p:nvPr>
        </p:nvSpPr>
        <p:spPr/>
        <p:txBody>
          <a:bodyPr/>
          <a:lstStyle/>
          <a:p>
            <a:r>
              <a:rPr lang="en-US" dirty="0"/>
              <a:t>Inventor-Revit Automation – Vault integrated</a:t>
            </a:r>
          </a:p>
        </p:txBody>
      </p:sp>
      <p:pic>
        <p:nvPicPr>
          <p:cNvPr id="1028" name="Picture 4">
            <a:extLst>
              <a:ext uri="{FF2B5EF4-FFF2-40B4-BE49-F238E27FC236}">
                <a16:creationId xmlns:a16="http://schemas.microsoft.com/office/drawing/2014/main" id="{FC88288E-6C1A-FBAB-9D2A-51F28A576E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160" y="4580214"/>
            <a:ext cx="4013543" cy="18877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C2E35E0-9E16-F29D-399A-DFC99C774F8D}"/>
              </a:ext>
            </a:extLst>
          </p:cNvPr>
          <p:cNvPicPr>
            <a:picLocks noChangeAspect="1"/>
          </p:cNvPicPr>
          <p:nvPr/>
        </p:nvPicPr>
        <p:blipFill>
          <a:blip r:embed="rId4"/>
          <a:stretch>
            <a:fillRect/>
          </a:stretch>
        </p:blipFill>
        <p:spPr>
          <a:xfrm>
            <a:off x="6516160" y="341546"/>
            <a:ext cx="5332220" cy="1355125"/>
          </a:xfrm>
          <a:prstGeom prst="rect">
            <a:avLst/>
          </a:prstGeom>
        </p:spPr>
      </p:pic>
      <p:pic>
        <p:nvPicPr>
          <p:cNvPr id="10" name="Picture 9">
            <a:extLst>
              <a:ext uri="{FF2B5EF4-FFF2-40B4-BE49-F238E27FC236}">
                <a16:creationId xmlns:a16="http://schemas.microsoft.com/office/drawing/2014/main" id="{146CAA85-6E56-45F8-1255-B412E3538C4D}"/>
              </a:ext>
            </a:extLst>
          </p:cNvPr>
          <p:cNvPicPr>
            <a:picLocks noChangeAspect="1"/>
          </p:cNvPicPr>
          <p:nvPr/>
        </p:nvPicPr>
        <p:blipFill>
          <a:blip r:embed="rId5"/>
          <a:stretch>
            <a:fillRect/>
          </a:stretch>
        </p:blipFill>
        <p:spPr>
          <a:xfrm>
            <a:off x="6516160" y="1758238"/>
            <a:ext cx="4666666" cy="971428"/>
          </a:xfrm>
          <a:prstGeom prst="rect">
            <a:avLst/>
          </a:prstGeom>
        </p:spPr>
      </p:pic>
      <p:pic>
        <p:nvPicPr>
          <p:cNvPr id="5" name="Picture 4">
            <a:extLst>
              <a:ext uri="{FF2B5EF4-FFF2-40B4-BE49-F238E27FC236}">
                <a16:creationId xmlns:a16="http://schemas.microsoft.com/office/drawing/2014/main" id="{09392E44-33BB-303F-5274-E0E984DA2093}"/>
              </a:ext>
            </a:extLst>
          </p:cNvPr>
          <p:cNvPicPr>
            <a:picLocks noChangeAspect="1"/>
          </p:cNvPicPr>
          <p:nvPr/>
        </p:nvPicPr>
        <p:blipFill>
          <a:blip r:embed="rId6"/>
          <a:stretch>
            <a:fillRect/>
          </a:stretch>
        </p:blipFill>
        <p:spPr>
          <a:xfrm>
            <a:off x="10244528" y="1887131"/>
            <a:ext cx="1603852" cy="2490191"/>
          </a:xfrm>
          <a:prstGeom prst="rect">
            <a:avLst/>
          </a:prstGeom>
        </p:spPr>
      </p:pic>
      <p:cxnSp>
        <p:nvCxnSpPr>
          <p:cNvPr id="12" name="Straight Arrow Connector 11">
            <a:extLst>
              <a:ext uri="{FF2B5EF4-FFF2-40B4-BE49-F238E27FC236}">
                <a16:creationId xmlns:a16="http://schemas.microsoft.com/office/drawing/2014/main" id="{6E2BAE2C-6EDA-C96D-4DA2-62B49097BC4C}"/>
              </a:ext>
            </a:extLst>
          </p:cNvPr>
          <p:cNvCxnSpPr>
            <a:cxnSpLocks/>
          </p:cNvCxnSpPr>
          <p:nvPr/>
        </p:nvCxnSpPr>
        <p:spPr>
          <a:xfrm flipH="1">
            <a:off x="8443452" y="2573594"/>
            <a:ext cx="1801076"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2414011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01DE2-7444-1BE7-8072-9326C5EFF34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A114556-E30F-0630-055F-EA4C519D1406}"/>
              </a:ext>
            </a:extLst>
          </p:cNvPr>
          <p:cNvSpPr>
            <a:spLocks noGrp="1"/>
          </p:cNvSpPr>
          <p:nvPr>
            <p:ph type="title"/>
          </p:nvPr>
        </p:nvSpPr>
        <p:spPr>
          <a:xfrm>
            <a:off x="390144" y="487680"/>
            <a:ext cx="5449821" cy="398571"/>
          </a:xfrm>
        </p:spPr>
        <p:txBody>
          <a:bodyPr/>
          <a:lstStyle/>
          <a:p>
            <a:r>
              <a:rPr lang="en-US" sz="2800" dirty="0">
                <a:solidFill>
                  <a:srgbClr val="000000"/>
                </a:solidFill>
                <a:latin typeface="Artifakt Element" panose="020B0503050000020004" pitchFamily="34" charset="0"/>
              </a:rPr>
              <a:t>Navisworks – Import AnyCAD</a:t>
            </a:r>
          </a:p>
        </p:txBody>
      </p:sp>
      <p:grpSp>
        <p:nvGrpSpPr>
          <p:cNvPr id="3" name="Group 2">
            <a:extLst>
              <a:ext uri="{FF2B5EF4-FFF2-40B4-BE49-F238E27FC236}">
                <a16:creationId xmlns:a16="http://schemas.microsoft.com/office/drawing/2014/main" id="{F7A847E1-3ED8-7802-55ED-8C32DA449AE0}"/>
              </a:ext>
            </a:extLst>
          </p:cNvPr>
          <p:cNvGrpSpPr/>
          <p:nvPr/>
        </p:nvGrpSpPr>
        <p:grpSpPr>
          <a:xfrm>
            <a:off x="0" y="4202180"/>
            <a:ext cx="2385501" cy="347123"/>
            <a:chOff x="-553444" y="2947670"/>
            <a:chExt cx="2342570" cy="260342"/>
          </a:xfrm>
          <a:solidFill>
            <a:srgbClr val="000000"/>
          </a:solidFill>
        </p:grpSpPr>
        <p:sp>
          <p:nvSpPr>
            <p:cNvPr id="4" name="Parallelogram 6">
              <a:extLst>
                <a:ext uri="{FF2B5EF4-FFF2-40B4-BE49-F238E27FC236}">
                  <a16:creationId xmlns:a16="http://schemas.microsoft.com/office/drawing/2014/main" id="{A2D5F733-62F3-5FE0-2093-8A3E36D8D370}"/>
                </a:ext>
              </a:extLst>
            </p:cNvPr>
            <p:cNvSpPr/>
            <p:nvPr/>
          </p:nvSpPr>
          <p:spPr>
            <a:xfrm>
              <a:off x="1315386" y="2947670"/>
              <a:ext cx="473740" cy="260341"/>
            </a:xfrm>
            <a:custGeom>
              <a:avLst/>
              <a:gdLst>
                <a:gd name="connsiteX0" fmla="*/ 0 w 7728155"/>
                <a:gd name="connsiteY0" fmla="*/ 5143500 h 5143500"/>
                <a:gd name="connsiteX1" fmla="*/ 3212990 w 7728155"/>
                <a:gd name="connsiteY1" fmla="*/ 0 h 5143500"/>
                <a:gd name="connsiteX2" fmla="*/ 7728155 w 7728155"/>
                <a:gd name="connsiteY2" fmla="*/ 0 h 5143500"/>
                <a:gd name="connsiteX3" fmla="*/ 4515165 w 7728155"/>
                <a:gd name="connsiteY3" fmla="*/ 5143500 h 5143500"/>
                <a:gd name="connsiteX4" fmla="*/ 0 w 7728155"/>
                <a:gd name="connsiteY4" fmla="*/ 5143500 h 5143500"/>
                <a:gd name="connsiteX0" fmla="*/ 21823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21823 w 7749978"/>
                <a:gd name="connsiteY4" fmla="*/ 5153332 h 5153332"/>
                <a:gd name="connsiteX0" fmla="*/ 11991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11991 w 7749978"/>
                <a:gd name="connsiteY4" fmla="*/ 5153332 h 5153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9978" h="5153332">
                  <a:moveTo>
                    <a:pt x="11991" y="5153332"/>
                  </a:moveTo>
                  <a:cubicBezTo>
                    <a:pt x="4717" y="3435555"/>
                    <a:pt x="7274" y="1717777"/>
                    <a:pt x="0" y="0"/>
                  </a:cubicBezTo>
                  <a:lnTo>
                    <a:pt x="7749978" y="9832"/>
                  </a:lnTo>
                  <a:lnTo>
                    <a:pt x="4536988" y="5153332"/>
                  </a:lnTo>
                  <a:lnTo>
                    <a:pt x="11991" y="515333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algn="ctr" defTabSz="812740" rtl="0" eaLnBrk="1" fontAlgn="auto" latinLnBrk="0" hangingPunct="1">
                <a:lnSpc>
                  <a:spcPct val="90000"/>
                </a:lnSpc>
                <a:spcBef>
                  <a:spcPts val="0"/>
                </a:spcBef>
                <a:spcAft>
                  <a:spcPts val="0"/>
                </a:spcAft>
                <a:buClrTx/>
                <a:buSzTx/>
                <a:buFontTx/>
                <a:buNone/>
                <a:tabLst/>
                <a:defRPr/>
              </a:pPr>
              <a:endParaRPr kumimoji="0" lang="en-US" sz="2844" b="0" i="0" u="none" strike="noStrike" kern="1200" cap="none" spc="0" normalizeH="0" baseline="0" noProof="0">
                <a:ln>
                  <a:noFill/>
                </a:ln>
                <a:solidFill>
                  <a:srgbClr val="FFFFFF"/>
                </a:solidFill>
                <a:effectLst/>
                <a:uLnTx/>
                <a:uFillTx/>
                <a:latin typeface="Artifakt ElementOfc"/>
                <a:ea typeface="+mn-ea"/>
                <a:cs typeface="+mn-cs"/>
              </a:endParaRPr>
            </a:p>
          </p:txBody>
        </p:sp>
        <p:sp>
          <p:nvSpPr>
            <p:cNvPr id="5" name="Rectangle 4">
              <a:extLst>
                <a:ext uri="{FF2B5EF4-FFF2-40B4-BE49-F238E27FC236}">
                  <a16:creationId xmlns:a16="http://schemas.microsoft.com/office/drawing/2014/main" id="{3C4AB3FC-FBB4-BE67-EAE4-BA29E5A72818}"/>
                </a:ext>
              </a:extLst>
            </p:cNvPr>
            <p:cNvSpPr/>
            <p:nvPr/>
          </p:nvSpPr>
          <p:spPr>
            <a:xfrm>
              <a:off x="-553444" y="2947671"/>
              <a:ext cx="2121108" cy="2603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609570" rtl="0" eaLnBrk="1" fontAlgn="auto" latinLnBrk="0" hangingPunct="1">
                <a:lnSpc>
                  <a:spcPct val="9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tifakt ElementOfc"/>
                <a:ea typeface="+mn-ea"/>
                <a:cs typeface="+mn-cs"/>
              </a:endParaRPr>
            </a:p>
          </p:txBody>
        </p:sp>
      </p:grpSp>
      <p:grpSp>
        <p:nvGrpSpPr>
          <p:cNvPr id="6" name="Group 5">
            <a:extLst>
              <a:ext uri="{FF2B5EF4-FFF2-40B4-BE49-F238E27FC236}">
                <a16:creationId xmlns:a16="http://schemas.microsoft.com/office/drawing/2014/main" id="{A31757B9-8E35-8E62-4CC8-3720A20201DE}"/>
              </a:ext>
            </a:extLst>
          </p:cNvPr>
          <p:cNvGrpSpPr/>
          <p:nvPr/>
        </p:nvGrpSpPr>
        <p:grpSpPr>
          <a:xfrm>
            <a:off x="0" y="1830607"/>
            <a:ext cx="2385501" cy="347121"/>
            <a:chOff x="-568853" y="1307871"/>
            <a:chExt cx="2357979" cy="260341"/>
          </a:xfrm>
          <a:solidFill>
            <a:srgbClr val="000000"/>
          </a:solidFill>
        </p:grpSpPr>
        <p:sp>
          <p:nvSpPr>
            <p:cNvPr id="7" name="Parallelogram 6">
              <a:extLst>
                <a:ext uri="{FF2B5EF4-FFF2-40B4-BE49-F238E27FC236}">
                  <a16:creationId xmlns:a16="http://schemas.microsoft.com/office/drawing/2014/main" id="{1497B283-2E8A-F451-CB87-1EC845EBA190}"/>
                </a:ext>
              </a:extLst>
            </p:cNvPr>
            <p:cNvSpPr/>
            <p:nvPr/>
          </p:nvSpPr>
          <p:spPr>
            <a:xfrm>
              <a:off x="1315386" y="1307871"/>
              <a:ext cx="473740" cy="260341"/>
            </a:xfrm>
            <a:custGeom>
              <a:avLst/>
              <a:gdLst>
                <a:gd name="connsiteX0" fmla="*/ 0 w 7728155"/>
                <a:gd name="connsiteY0" fmla="*/ 5143500 h 5143500"/>
                <a:gd name="connsiteX1" fmla="*/ 3212990 w 7728155"/>
                <a:gd name="connsiteY1" fmla="*/ 0 h 5143500"/>
                <a:gd name="connsiteX2" fmla="*/ 7728155 w 7728155"/>
                <a:gd name="connsiteY2" fmla="*/ 0 h 5143500"/>
                <a:gd name="connsiteX3" fmla="*/ 4515165 w 7728155"/>
                <a:gd name="connsiteY3" fmla="*/ 5143500 h 5143500"/>
                <a:gd name="connsiteX4" fmla="*/ 0 w 7728155"/>
                <a:gd name="connsiteY4" fmla="*/ 5143500 h 5143500"/>
                <a:gd name="connsiteX0" fmla="*/ 21823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21823 w 7749978"/>
                <a:gd name="connsiteY4" fmla="*/ 5153332 h 5153332"/>
                <a:gd name="connsiteX0" fmla="*/ 11991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11991 w 7749978"/>
                <a:gd name="connsiteY4" fmla="*/ 5153332 h 5153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9978" h="5153332">
                  <a:moveTo>
                    <a:pt x="11991" y="5153332"/>
                  </a:moveTo>
                  <a:cubicBezTo>
                    <a:pt x="4717" y="3435555"/>
                    <a:pt x="7274" y="1717777"/>
                    <a:pt x="0" y="0"/>
                  </a:cubicBezTo>
                  <a:lnTo>
                    <a:pt x="7749978" y="9832"/>
                  </a:lnTo>
                  <a:lnTo>
                    <a:pt x="4536988" y="5153332"/>
                  </a:lnTo>
                  <a:lnTo>
                    <a:pt x="11991" y="515333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algn="ctr" defTabSz="812740" rtl="0" eaLnBrk="1" fontAlgn="auto" latinLnBrk="0" hangingPunct="1">
                <a:lnSpc>
                  <a:spcPct val="90000"/>
                </a:lnSpc>
                <a:spcBef>
                  <a:spcPts val="0"/>
                </a:spcBef>
                <a:spcAft>
                  <a:spcPts val="0"/>
                </a:spcAft>
                <a:buClrTx/>
                <a:buSzTx/>
                <a:buFontTx/>
                <a:buNone/>
                <a:tabLst/>
                <a:defRPr/>
              </a:pPr>
              <a:endParaRPr kumimoji="0" lang="en-US" sz="2844" b="0" i="0" u="none" strike="noStrike" kern="1200" cap="none" spc="0" normalizeH="0" baseline="0" noProof="0">
                <a:ln>
                  <a:noFill/>
                </a:ln>
                <a:solidFill>
                  <a:srgbClr val="FFFFFF"/>
                </a:solidFill>
                <a:effectLst/>
                <a:uLnTx/>
                <a:uFillTx/>
                <a:latin typeface="Artifakt ElementOfc"/>
                <a:ea typeface="+mn-ea"/>
                <a:cs typeface="+mn-cs"/>
              </a:endParaRPr>
            </a:p>
          </p:txBody>
        </p:sp>
        <p:sp>
          <p:nvSpPr>
            <p:cNvPr id="8" name="Rectangle 7">
              <a:extLst>
                <a:ext uri="{FF2B5EF4-FFF2-40B4-BE49-F238E27FC236}">
                  <a16:creationId xmlns:a16="http://schemas.microsoft.com/office/drawing/2014/main" id="{45DFBF95-17EB-E066-2452-C5B96158C1D5}"/>
                </a:ext>
              </a:extLst>
            </p:cNvPr>
            <p:cNvSpPr/>
            <p:nvPr/>
          </p:nvSpPr>
          <p:spPr>
            <a:xfrm>
              <a:off x="-568853" y="1307871"/>
              <a:ext cx="2121108" cy="2603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609570" rtl="0" eaLnBrk="1" fontAlgn="auto" latinLnBrk="0" hangingPunct="1">
                <a:lnSpc>
                  <a:spcPct val="9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tifakt ElementOfc"/>
                <a:ea typeface="+mn-ea"/>
                <a:cs typeface="+mn-cs"/>
              </a:endParaRPr>
            </a:p>
          </p:txBody>
        </p:sp>
      </p:grpSp>
      <p:sp>
        <p:nvSpPr>
          <p:cNvPr id="9" name="Content Placeholder 2">
            <a:extLst>
              <a:ext uri="{FF2B5EF4-FFF2-40B4-BE49-F238E27FC236}">
                <a16:creationId xmlns:a16="http://schemas.microsoft.com/office/drawing/2014/main" id="{BA791DC5-9C71-BAB2-A3A3-B7BC5A37213E}"/>
              </a:ext>
            </a:extLst>
          </p:cNvPr>
          <p:cNvSpPr txBox="1">
            <a:spLocks/>
          </p:cNvSpPr>
          <p:nvPr/>
        </p:nvSpPr>
        <p:spPr>
          <a:xfrm>
            <a:off x="390143" y="1853184"/>
            <a:ext cx="5059680" cy="2076979"/>
          </a:xfrm>
          <a:prstGeom prst="rect">
            <a:avLst/>
          </a:prstGeom>
        </p:spPr>
        <p:txBody>
          <a:bodyPr vert="horz" lIns="0" tIns="0" rIns="0" bIns="0" rtlCol="0" anchor="t">
            <a:spAutoFit/>
          </a:bodyPr>
          <a:lstStyle>
            <a:lvl1pPr marL="228594" indent="-228594" algn="l" defTabSz="685783" rtl="0" eaLnBrk="1" latinLnBrk="0" hangingPunct="1">
              <a:lnSpc>
                <a:spcPct val="100000"/>
              </a:lnSpc>
              <a:spcBef>
                <a:spcPts val="2000"/>
              </a:spcBef>
              <a:buClr>
                <a:schemeClr val="tx2"/>
              </a:buClr>
              <a:buFont typeface="Wingdings 2" panose="05020102010507070707" pitchFamily="18" charset="2"/>
              <a:buChar char=""/>
              <a:defRPr sz="1600" kern="1200">
                <a:solidFill>
                  <a:schemeClr val="tx1"/>
                </a:solidFill>
                <a:latin typeface="+mn-lt"/>
                <a:ea typeface="+mn-ea"/>
                <a:cs typeface="+mn-cs"/>
              </a:defRPr>
            </a:lvl1pPr>
            <a:lvl2pPr marL="460364" indent="-231770" algn="l" defTabSz="685783" rtl="0" eaLnBrk="1" latinLnBrk="0" hangingPunct="1">
              <a:lnSpc>
                <a:spcPct val="100000"/>
              </a:lnSpc>
              <a:spcBef>
                <a:spcPts val="800"/>
              </a:spcBef>
              <a:buClr>
                <a:schemeClr val="tx2"/>
              </a:buClr>
              <a:buFont typeface="Courier New" panose="02070309020205020404" pitchFamily="49" charset="0"/>
              <a:buChar char="o"/>
              <a:defRPr sz="1400" kern="1200">
                <a:solidFill>
                  <a:schemeClr val="tx1"/>
                </a:solidFill>
                <a:latin typeface="+mn-lt"/>
                <a:ea typeface="+mn-ea"/>
                <a:cs typeface="+mn-cs"/>
              </a:defRPr>
            </a:lvl2pPr>
            <a:lvl3pPr marL="628634" indent="-171446" algn="l" defTabSz="685783"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3pPr>
            <a:lvl4pPr marL="857228" indent="-171446" algn="l" defTabSz="685783" rtl="0" eaLnBrk="1" latinLnBrk="0" hangingPunct="1">
              <a:lnSpc>
                <a:spcPct val="10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4pPr>
            <a:lvl5pPr marL="1085823" indent="-171446" algn="l" defTabSz="685783" rtl="0" eaLnBrk="1" latinLnBrk="0" hangingPunct="1">
              <a:lnSpc>
                <a:spcPct val="100000"/>
              </a:lnSpc>
              <a:spcBef>
                <a:spcPts val="400"/>
              </a:spcBef>
              <a:buClr>
                <a:schemeClr val="tx2"/>
              </a:buClr>
              <a:buFont typeface="Arial" panose="020B0604020202020204" pitchFamily="34" charset="0"/>
              <a:buChar char="•"/>
              <a:defRPr sz="11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2667"/>
              </a:spcBef>
              <a:spcAft>
                <a:spcPts val="1067"/>
              </a:spcAft>
              <a:buClr>
                <a:srgbClr val="666666"/>
              </a:buClr>
              <a:buSzTx/>
              <a:buFont typeface="Wingdings 2" panose="05020102010507070707" pitchFamily="18" charset="2"/>
              <a:buNone/>
              <a:tabLst/>
              <a:defRPr/>
            </a:pPr>
            <a:r>
              <a:rPr kumimoji="0" lang="en-US" sz="1600" b="0" i="0" u="none" strike="noStrike" kern="1200" cap="none" spc="0" normalizeH="0" baseline="0" noProof="0" dirty="0">
                <a:ln>
                  <a:noFill/>
                </a:ln>
                <a:solidFill>
                  <a:srgbClr val="FFFFFF"/>
                </a:solidFill>
                <a:effectLst/>
                <a:uLnTx/>
                <a:uFillTx/>
                <a:latin typeface="Artifakt ElementOfc"/>
                <a:ea typeface="+mn-ea"/>
                <a:cs typeface="Arial"/>
              </a:rPr>
              <a:t>Challenges</a:t>
            </a:r>
          </a:p>
          <a:p>
            <a:pPr marL="468633" marR="0" lvl="0" indent="-285750"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Vault has supported Inventor AnyCAD workflows for a while. However, these third-party CAD formats or neutral 3D model formats aren’t viewable. </a:t>
            </a:r>
          </a:p>
          <a:p>
            <a:pPr marL="468633" marR="0" lvl="0" indent="-285750"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Default DWF creation in Inventor or Solidworks has limitations in support of large assemblies.</a:t>
            </a:r>
          </a:p>
        </p:txBody>
      </p:sp>
      <p:sp>
        <p:nvSpPr>
          <p:cNvPr id="10" name="Content Placeholder 2">
            <a:extLst>
              <a:ext uri="{FF2B5EF4-FFF2-40B4-BE49-F238E27FC236}">
                <a16:creationId xmlns:a16="http://schemas.microsoft.com/office/drawing/2014/main" id="{27E49A32-6E51-437D-18D1-2A1916EB56C1}"/>
              </a:ext>
            </a:extLst>
          </p:cNvPr>
          <p:cNvSpPr txBox="1">
            <a:spLocks/>
          </p:cNvSpPr>
          <p:nvPr/>
        </p:nvSpPr>
        <p:spPr>
          <a:xfrm>
            <a:off x="390143" y="4247336"/>
            <a:ext cx="5059680" cy="2335511"/>
          </a:xfrm>
          <a:prstGeom prst="rect">
            <a:avLst/>
          </a:prstGeom>
        </p:spPr>
        <p:txBody>
          <a:bodyPr vert="horz" lIns="0" tIns="0" rIns="0" bIns="0" rtlCol="0" anchor="t">
            <a:spAutoFit/>
          </a:bodyPr>
          <a:lstStyle>
            <a:lvl1pPr marL="230188" indent="-230188" algn="l" defTabSz="685800" rtl="0" eaLnBrk="1" latinLnBrk="0" hangingPunct="1">
              <a:lnSpc>
                <a:spcPct val="90000"/>
              </a:lnSpc>
              <a:spcBef>
                <a:spcPts val="1800"/>
              </a:spcBef>
              <a:buClr>
                <a:schemeClr val="tx2"/>
              </a:buClr>
              <a:buFont typeface="Wingdings" charset="2"/>
              <a:buChar char="§"/>
              <a:tabLst/>
              <a:defRPr sz="1600" kern="1200">
                <a:solidFill>
                  <a:schemeClr val="tx1"/>
                </a:solidFill>
                <a:latin typeface="+mn-lt"/>
                <a:ea typeface="+mn-ea"/>
                <a:cs typeface="+mn-cs"/>
              </a:defRPr>
            </a:lvl1pPr>
            <a:lvl2pPr marL="576263" indent="-233363"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2pPr>
            <a:lvl3pPr marL="914400" indent="-228600"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3pPr>
            <a:lvl4pPr marL="1262063" indent="-233363"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4pPr>
            <a:lvl5pPr marL="1600200" indent="-228600"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2400"/>
              </a:spcBef>
              <a:spcAft>
                <a:spcPts val="1067"/>
              </a:spcAft>
              <a:buClr>
                <a:srgbClr val="0696D7"/>
              </a:buClr>
              <a:buSzTx/>
              <a:buFont typeface="Wingdings" charset="2"/>
              <a:buNone/>
              <a:tabLst/>
              <a:defRPr/>
            </a:pPr>
            <a:r>
              <a:rPr kumimoji="0" lang="en-US" sz="1600" b="0" i="0" u="none" strike="noStrike" kern="1200" cap="none" spc="0" normalizeH="0" baseline="0" noProof="0" dirty="0">
                <a:ln>
                  <a:noFill/>
                </a:ln>
                <a:solidFill>
                  <a:srgbClr val="FFFFFF"/>
                </a:solidFill>
                <a:effectLst/>
                <a:uLnTx/>
                <a:uFillTx/>
                <a:latin typeface="Artifakt ElementOfc"/>
                <a:ea typeface="+mn-ea"/>
                <a:cs typeface="Arial"/>
              </a:rPr>
              <a:t>Solution</a:t>
            </a:r>
          </a:p>
          <a:p>
            <a:pPr marL="487668" marR="0" lvl="0" indent="-304784"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The Technical Sales Job sample collection added Navisworks Automation as a processor engine.</a:t>
            </a:r>
          </a:p>
          <a:p>
            <a:pPr marL="487668" marR="0" lvl="0" indent="-304784"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Navisworks Automation can be used to create Navisworks files with optimized support in Autodesk Viewer and also to create DWF visualization attachments for the Vault viewer</a:t>
            </a:r>
          </a:p>
        </p:txBody>
      </p:sp>
      <p:cxnSp>
        <p:nvCxnSpPr>
          <p:cNvPr id="13" name="Straight Connector 12">
            <a:extLst>
              <a:ext uri="{FF2B5EF4-FFF2-40B4-BE49-F238E27FC236}">
                <a16:creationId xmlns:a16="http://schemas.microsoft.com/office/drawing/2014/main" id="{836E08AC-4DDF-F339-3401-FB6CD04BF3A9}"/>
              </a:ext>
            </a:extLst>
          </p:cNvPr>
          <p:cNvCxnSpPr>
            <a:cxnSpLocks/>
          </p:cNvCxnSpPr>
          <p:nvPr/>
        </p:nvCxnSpPr>
        <p:spPr>
          <a:xfrm>
            <a:off x="390143" y="1536192"/>
            <a:ext cx="5059680" cy="0"/>
          </a:xfrm>
          <a:prstGeom prst="lin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pic>
        <p:nvPicPr>
          <p:cNvPr id="16" name="Picture 15">
            <a:extLst>
              <a:ext uri="{FF2B5EF4-FFF2-40B4-BE49-F238E27FC236}">
                <a16:creationId xmlns:a16="http://schemas.microsoft.com/office/drawing/2014/main" id="{111C78DA-E46B-4EC8-CA76-86F46DF89F0F}"/>
              </a:ext>
            </a:extLst>
          </p:cNvPr>
          <p:cNvPicPr>
            <a:picLocks noChangeAspect="1"/>
          </p:cNvPicPr>
          <p:nvPr/>
        </p:nvPicPr>
        <p:blipFill>
          <a:blip r:embed="rId3"/>
          <a:stretch>
            <a:fillRect/>
          </a:stretch>
        </p:blipFill>
        <p:spPr>
          <a:xfrm>
            <a:off x="6005689" y="917544"/>
            <a:ext cx="5689995" cy="1378046"/>
          </a:xfrm>
          <a:prstGeom prst="rect">
            <a:avLst/>
          </a:prstGeom>
          <a:ln>
            <a:noFill/>
          </a:ln>
          <a:effectLst>
            <a:outerShdw blurRad="292100" dist="139700" dir="2700000" algn="tl" rotWithShape="0">
              <a:srgbClr val="333333">
                <a:alpha val="65000"/>
              </a:srgbClr>
            </a:outerShdw>
          </a:effectLst>
        </p:spPr>
      </p:pic>
      <p:pic>
        <p:nvPicPr>
          <p:cNvPr id="1028" name="Picture 4">
            <a:extLst>
              <a:ext uri="{FF2B5EF4-FFF2-40B4-BE49-F238E27FC236}">
                <a16:creationId xmlns:a16="http://schemas.microsoft.com/office/drawing/2014/main" id="{13E86F6D-467E-EEA5-EA9B-4F8FD2850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5689" y="2563287"/>
            <a:ext cx="5966969" cy="2495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0837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8BC03E-D187-4BFA-81B3-03C1CEFBBEE2}"/>
              </a:ext>
            </a:extLst>
          </p:cNvPr>
          <p:cNvSpPr>
            <a:spLocks noGrp="1"/>
          </p:cNvSpPr>
          <p:nvPr>
            <p:ph type="title"/>
          </p:nvPr>
        </p:nvSpPr>
        <p:spPr>
          <a:xfrm>
            <a:off x="490136" y="487681"/>
            <a:ext cx="5430181" cy="517001"/>
          </a:xfrm>
        </p:spPr>
        <p:txBody>
          <a:bodyPr/>
          <a:lstStyle/>
          <a:p>
            <a:r>
              <a:rPr lang="en-US" dirty="0"/>
              <a:t>Navisworks Import Job</a:t>
            </a:r>
          </a:p>
        </p:txBody>
      </p:sp>
      <p:sp>
        <p:nvSpPr>
          <p:cNvPr id="8" name="Text Placeholder 7">
            <a:extLst>
              <a:ext uri="{FF2B5EF4-FFF2-40B4-BE49-F238E27FC236}">
                <a16:creationId xmlns:a16="http://schemas.microsoft.com/office/drawing/2014/main" id="{2B6616A5-CDC8-4914-A656-45CD00685C14}"/>
              </a:ext>
            </a:extLst>
          </p:cNvPr>
          <p:cNvSpPr>
            <a:spLocks noGrp="1"/>
          </p:cNvSpPr>
          <p:nvPr>
            <p:ph type="body" sz="quarter" idx="13"/>
          </p:nvPr>
        </p:nvSpPr>
        <p:spPr>
          <a:xfrm>
            <a:off x="490136" y="1039285"/>
            <a:ext cx="5430181" cy="328231"/>
          </a:xfrm>
        </p:spPr>
        <p:txBody>
          <a:bodyPr/>
          <a:lstStyle/>
          <a:p>
            <a:r>
              <a:rPr lang="en-US" dirty="0"/>
              <a:t>Create NWD and DWF for AnyCAD</a:t>
            </a:r>
          </a:p>
        </p:txBody>
      </p:sp>
      <p:sp>
        <p:nvSpPr>
          <p:cNvPr id="10" name="Content Placeholder 9">
            <a:extLst>
              <a:ext uri="{FF2B5EF4-FFF2-40B4-BE49-F238E27FC236}">
                <a16:creationId xmlns:a16="http://schemas.microsoft.com/office/drawing/2014/main" id="{0ED4A56B-F4BB-4F10-AE2A-DA19A21AE4D1}"/>
              </a:ext>
            </a:extLst>
          </p:cNvPr>
          <p:cNvSpPr>
            <a:spLocks noGrp="1"/>
          </p:cNvSpPr>
          <p:nvPr>
            <p:ph idx="1"/>
          </p:nvPr>
        </p:nvSpPr>
        <p:spPr/>
        <p:txBody>
          <a:bodyPr>
            <a:normAutofit/>
          </a:bodyPr>
          <a:lstStyle/>
          <a:p>
            <a:r>
              <a:rPr lang="en-US" dirty="0"/>
              <a:t>Automates Navisworks Open/Append + Save As workflows </a:t>
            </a:r>
          </a:p>
          <a:p>
            <a:pPr lvl="1"/>
            <a:r>
              <a:rPr lang="en-US" dirty="0"/>
              <a:t>Requires Navisworks license to leverage the most reliable conversion that Navisworks SDK offers (compared to license-free command line options)</a:t>
            </a:r>
          </a:p>
          <a:p>
            <a:pPr lvl="1"/>
            <a:r>
              <a:rPr lang="en-US" dirty="0"/>
              <a:t>Leverage the superior performance of NWD files in Autodesk Viewer (all cloud platforms)</a:t>
            </a:r>
          </a:p>
          <a:p>
            <a:r>
              <a:rPr lang="en-US" dirty="0"/>
              <a:t>Consume Navisworks templates managed in Vault</a:t>
            </a:r>
          </a:p>
          <a:p>
            <a:r>
              <a:rPr lang="en-US" dirty="0"/>
              <a:t>Supports CAD source file property consumption</a:t>
            </a:r>
          </a:p>
          <a:p>
            <a:endParaRPr lang="en-US" dirty="0"/>
          </a:p>
        </p:txBody>
      </p:sp>
      <p:sp>
        <p:nvSpPr>
          <p:cNvPr id="2" name="Text Placeholder 1">
            <a:extLst>
              <a:ext uri="{FF2B5EF4-FFF2-40B4-BE49-F238E27FC236}">
                <a16:creationId xmlns:a16="http://schemas.microsoft.com/office/drawing/2014/main" id="{F547D63E-1DEB-4E07-81AF-61B68EBA9E94}"/>
              </a:ext>
            </a:extLst>
          </p:cNvPr>
          <p:cNvSpPr>
            <a:spLocks noGrp="1"/>
          </p:cNvSpPr>
          <p:nvPr>
            <p:ph type="body" sz="quarter" idx="12"/>
          </p:nvPr>
        </p:nvSpPr>
        <p:spPr/>
        <p:txBody>
          <a:bodyPr/>
          <a:lstStyle/>
          <a:p>
            <a:endParaRPr lang="en-US"/>
          </a:p>
        </p:txBody>
      </p:sp>
      <p:pic>
        <p:nvPicPr>
          <p:cNvPr id="4" name="Picture 3">
            <a:extLst>
              <a:ext uri="{FF2B5EF4-FFF2-40B4-BE49-F238E27FC236}">
                <a16:creationId xmlns:a16="http://schemas.microsoft.com/office/drawing/2014/main" id="{3D9ACA18-72D4-F05A-404B-69B5B5A1D8A0}"/>
              </a:ext>
            </a:extLst>
          </p:cNvPr>
          <p:cNvPicPr>
            <a:picLocks noChangeAspect="1"/>
          </p:cNvPicPr>
          <p:nvPr/>
        </p:nvPicPr>
        <p:blipFill>
          <a:blip r:embed="rId2"/>
          <a:stretch>
            <a:fillRect/>
          </a:stretch>
        </p:blipFill>
        <p:spPr>
          <a:xfrm>
            <a:off x="6516160" y="569605"/>
            <a:ext cx="5294313" cy="1595949"/>
          </a:xfrm>
          <a:prstGeom prst="rect">
            <a:avLst/>
          </a:prstGeom>
        </p:spPr>
      </p:pic>
      <p:pic>
        <p:nvPicPr>
          <p:cNvPr id="6" name="Picture 5">
            <a:extLst>
              <a:ext uri="{FF2B5EF4-FFF2-40B4-BE49-F238E27FC236}">
                <a16:creationId xmlns:a16="http://schemas.microsoft.com/office/drawing/2014/main" id="{F0C8D216-2472-12EA-631E-472A170598DC}"/>
              </a:ext>
            </a:extLst>
          </p:cNvPr>
          <p:cNvPicPr>
            <a:picLocks noChangeAspect="1"/>
          </p:cNvPicPr>
          <p:nvPr/>
        </p:nvPicPr>
        <p:blipFill>
          <a:blip r:embed="rId3"/>
          <a:stretch>
            <a:fillRect/>
          </a:stretch>
        </p:blipFill>
        <p:spPr>
          <a:xfrm>
            <a:off x="6516160" y="2255520"/>
            <a:ext cx="5507306" cy="2898969"/>
          </a:xfrm>
          <a:prstGeom prst="rect">
            <a:avLst/>
          </a:prstGeom>
        </p:spPr>
      </p:pic>
      <p:pic>
        <p:nvPicPr>
          <p:cNvPr id="12" name="Picture 11">
            <a:extLst>
              <a:ext uri="{FF2B5EF4-FFF2-40B4-BE49-F238E27FC236}">
                <a16:creationId xmlns:a16="http://schemas.microsoft.com/office/drawing/2014/main" id="{CD943B7F-09A9-C949-DF59-FA0D25026101}"/>
              </a:ext>
            </a:extLst>
          </p:cNvPr>
          <p:cNvPicPr>
            <a:picLocks noChangeAspect="1"/>
          </p:cNvPicPr>
          <p:nvPr/>
        </p:nvPicPr>
        <p:blipFill>
          <a:blip r:embed="rId4"/>
          <a:stretch>
            <a:fillRect/>
          </a:stretch>
        </p:blipFill>
        <p:spPr>
          <a:xfrm>
            <a:off x="6672087" y="3794970"/>
            <a:ext cx="5351379" cy="2898969"/>
          </a:xfrm>
          <a:prstGeom prst="rect">
            <a:avLst/>
          </a:prstGeom>
        </p:spPr>
      </p:pic>
    </p:spTree>
    <p:extLst>
      <p:ext uri="{BB962C8B-B14F-4D97-AF65-F5344CB8AC3E}">
        <p14:creationId xmlns:p14="http://schemas.microsoft.com/office/powerpoint/2010/main" val="18875748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01DE2-7444-1BE7-8072-9326C5EFF3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6CE656-9EC2-AA53-DE6F-79BFB201BBBC}"/>
              </a:ext>
            </a:extLst>
          </p:cNvPr>
          <p:cNvSpPr txBox="1"/>
          <p:nvPr/>
        </p:nvSpPr>
        <p:spPr>
          <a:xfrm>
            <a:off x="5916747" y="1"/>
            <a:ext cx="6278880" cy="328231"/>
          </a:xfrm>
          <a:prstGeom prst="rect">
            <a:avLst/>
          </a:prstGeom>
          <a:solidFill>
            <a:schemeClr val="bg2"/>
          </a:solidFill>
        </p:spPr>
        <p:txBody>
          <a:bodyPr wrap="square" lIns="0" tIns="0" rIns="0" bIns="0" rtlCol="0">
            <a:spAutoFit/>
          </a:bodyPr>
          <a:lstStyle/>
          <a:p>
            <a:pPr marL="1162050" marR="0" lvl="0" indent="0" algn="l" defTabSz="609585"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a:ln>
                  <a:noFill/>
                </a:ln>
                <a:solidFill>
                  <a:srgbClr val="000000"/>
                </a:solidFill>
                <a:effectLst/>
                <a:uLnTx/>
                <a:uFillTx/>
                <a:latin typeface="Arial" panose="020B0604020202020204"/>
                <a:ea typeface="+mn-ea"/>
                <a:cs typeface="+mn-cs"/>
              </a:rPr>
              <a:t>Technical Sales Extension | Sample Code  </a:t>
            </a:r>
          </a:p>
        </p:txBody>
      </p:sp>
      <p:sp>
        <p:nvSpPr>
          <p:cNvPr id="11" name="Title 10">
            <a:extLst>
              <a:ext uri="{FF2B5EF4-FFF2-40B4-BE49-F238E27FC236}">
                <a16:creationId xmlns:a16="http://schemas.microsoft.com/office/drawing/2014/main" id="{AA114556-E30F-0630-055F-EA4C519D1406}"/>
              </a:ext>
            </a:extLst>
          </p:cNvPr>
          <p:cNvSpPr>
            <a:spLocks noGrp="1"/>
          </p:cNvSpPr>
          <p:nvPr>
            <p:ph type="title"/>
          </p:nvPr>
        </p:nvSpPr>
        <p:spPr>
          <a:xfrm>
            <a:off x="390144" y="487680"/>
            <a:ext cx="5449821" cy="398571"/>
          </a:xfrm>
        </p:spPr>
        <p:txBody>
          <a:bodyPr/>
          <a:lstStyle/>
          <a:p>
            <a:r>
              <a:rPr lang="en-US" sz="2800" dirty="0">
                <a:solidFill>
                  <a:srgbClr val="000000"/>
                </a:solidFill>
                <a:latin typeface="Artifakt Element" panose="020B0503050000020004" pitchFamily="34" charset="0"/>
              </a:rPr>
              <a:t>SolidWorks Drawing -&gt; PDF</a:t>
            </a:r>
          </a:p>
        </p:txBody>
      </p:sp>
      <p:grpSp>
        <p:nvGrpSpPr>
          <p:cNvPr id="3" name="Group 2">
            <a:extLst>
              <a:ext uri="{FF2B5EF4-FFF2-40B4-BE49-F238E27FC236}">
                <a16:creationId xmlns:a16="http://schemas.microsoft.com/office/drawing/2014/main" id="{F7A847E1-3ED8-7802-55ED-8C32DA449AE0}"/>
              </a:ext>
            </a:extLst>
          </p:cNvPr>
          <p:cNvGrpSpPr/>
          <p:nvPr/>
        </p:nvGrpSpPr>
        <p:grpSpPr>
          <a:xfrm>
            <a:off x="0" y="4202180"/>
            <a:ext cx="2385501" cy="347123"/>
            <a:chOff x="-553444" y="2947670"/>
            <a:chExt cx="2342570" cy="260342"/>
          </a:xfrm>
          <a:solidFill>
            <a:srgbClr val="000000"/>
          </a:solidFill>
        </p:grpSpPr>
        <p:sp>
          <p:nvSpPr>
            <p:cNvPr id="4" name="Parallelogram 6">
              <a:extLst>
                <a:ext uri="{FF2B5EF4-FFF2-40B4-BE49-F238E27FC236}">
                  <a16:creationId xmlns:a16="http://schemas.microsoft.com/office/drawing/2014/main" id="{A2D5F733-62F3-5FE0-2093-8A3E36D8D370}"/>
                </a:ext>
              </a:extLst>
            </p:cNvPr>
            <p:cNvSpPr/>
            <p:nvPr/>
          </p:nvSpPr>
          <p:spPr>
            <a:xfrm>
              <a:off x="1315386" y="2947670"/>
              <a:ext cx="473740" cy="260341"/>
            </a:xfrm>
            <a:custGeom>
              <a:avLst/>
              <a:gdLst>
                <a:gd name="connsiteX0" fmla="*/ 0 w 7728155"/>
                <a:gd name="connsiteY0" fmla="*/ 5143500 h 5143500"/>
                <a:gd name="connsiteX1" fmla="*/ 3212990 w 7728155"/>
                <a:gd name="connsiteY1" fmla="*/ 0 h 5143500"/>
                <a:gd name="connsiteX2" fmla="*/ 7728155 w 7728155"/>
                <a:gd name="connsiteY2" fmla="*/ 0 h 5143500"/>
                <a:gd name="connsiteX3" fmla="*/ 4515165 w 7728155"/>
                <a:gd name="connsiteY3" fmla="*/ 5143500 h 5143500"/>
                <a:gd name="connsiteX4" fmla="*/ 0 w 7728155"/>
                <a:gd name="connsiteY4" fmla="*/ 5143500 h 5143500"/>
                <a:gd name="connsiteX0" fmla="*/ 21823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21823 w 7749978"/>
                <a:gd name="connsiteY4" fmla="*/ 5153332 h 5153332"/>
                <a:gd name="connsiteX0" fmla="*/ 11991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11991 w 7749978"/>
                <a:gd name="connsiteY4" fmla="*/ 5153332 h 5153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9978" h="5153332">
                  <a:moveTo>
                    <a:pt x="11991" y="5153332"/>
                  </a:moveTo>
                  <a:cubicBezTo>
                    <a:pt x="4717" y="3435555"/>
                    <a:pt x="7274" y="1717777"/>
                    <a:pt x="0" y="0"/>
                  </a:cubicBezTo>
                  <a:lnTo>
                    <a:pt x="7749978" y="9832"/>
                  </a:lnTo>
                  <a:lnTo>
                    <a:pt x="4536988" y="5153332"/>
                  </a:lnTo>
                  <a:lnTo>
                    <a:pt x="11991" y="515333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algn="ctr" defTabSz="812740" rtl="0" eaLnBrk="1" fontAlgn="auto" latinLnBrk="0" hangingPunct="1">
                <a:lnSpc>
                  <a:spcPct val="90000"/>
                </a:lnSpc>
                <a:spcBef>
                  <a:spcPts val="0"/>
                </a:spcBef>
                <a:spcAft>
                  <a:spcPts val="0"/>
                </a:spcAft>
                <a:buClrTx/>
                <a:buSzTx/>
                <a:buFontTx/>
                <a:buNone/>
                <a:tabLst/>
                <a:defRPr/>
              </a:pPr>
              <a:endParaRPr kumimoji="0" lang="en-US" sz="2844" b="0" i="0" u="none" strike="noStrike" kern="1200" cap="none" spc="0" normalizeH="0" baseline="0" noProof="0">
                <a:ln>
                  <a:noFill/>
                </a:ln>
                <a:solidFill>
                  <a:srgbClr val="FFFFFF"/>
                </a:solidFill>
                <a:effectLst/>
                <a:uLnTx/>
                <a:uFillTx/>
                <a:latin typeface="Artifakt ElementOfc"/>
                <a:ea typeface="+mn-ea"/>
                <a:cs typeface="+mn-cs"/>
              </a:endParaRPr>
            </a:p>
          </p:txBody>
        </p:sp>
        <p:sp>
          <p:nvSpPr>
            <p:cNvPr id="5" name="Rectangle 4">
              <a:extLst>
                <a:ext uri="{FF2B5EF4-FFF2-40B4-BE49-F238E27FC236}">
                  <a16:creationId xmlns:a16="http://schemas.microsoft.com/office/drawing/2014/main" id="{3C4AB3FC-FBB4-BE67-EAE4-BA29E5A72818}"/>
                </a:ext>
              </a:extLst>
            </p:cNvPr>
            <p:cNvSpPr/>
            <p:nvPr/>
          </p:nvSpPr>
          <p:spPr>
            <a:xfrm>
              <a:off x="-553444" y="2947671"/>
              <a:ext cx="2121108" cy="2603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609570" rtl="0" eaLnBrk="1" fontAlgn="auto" latinLnBrk="0" hangingPunct="1">
                <a:lnSpc>
                  <a:spcPct val="9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tifakt ElementOfc"/>
                <a:ea typeface="+mn-ea"/>
                <a:cs typeface="+mn-cs"/>
              </a:endParaRPr>
            </a:p>
          </p:txBody>
        </p:sp>
      </p:grpSp>
      <p:grpSp>
        <p:nvGrpSpPr>
          <p:cNvPr id="6" name="Group 5">
            <a:extLst>
              <a:ext uri="{FF2B5EF4-FFF2-40B4-BE49-F238E27FC236}">
                <a16:creationId xmlns:a16="http://schemas.microsoft.com/office/drawing/2014/main" id="{A31757B9-8E35-8E62-4CC8-3720A20201DE}"/>
              </a:ext>
            </a:extLst>
          </p:cNvPr>
          <p:cNvGrpSpPr/>
          <p:nvPr/>
        </p:nvGrpSpPr>
        <p:grpSpPr>
          <a:xfrm>
            <a:off x="0" y="1830607"/>
            <a:ext cx="2385501" cy="347121"/>
            <a:chOff x="-568853" y="1307871"/>
            <a:chExt cx="2357979" cy="260341"/>
          </a:xfrm>
          <a:solidFill>
            <a:srgbClr val="000000"/>
          </a:solidFill>
        </p:grpSpPr>
        <p:sp>
          <p:nvSpPr>
            <p:cNvPr id="7" name="Parallelogram 6">
              <a:extLst>
                <a:ext uri="{FF2B5EF4-FFF2-40B4-BE49-F238E27FC236}">
                  <a16:creationId xmlns:a16="http://schemas.microsoft.com/office/drawing/2014/main" id="{1497B283-2E8A-F451-CB87-1EC845EBA190}"/>
                </a:ext>
              </a:extLst>
            </p:cNvPr>
            <p:cNvSpPr/>
            <p:nvPr/>
          </p:nvSpPr>
          <p:spPr>
            <a:xfrm>
              <a:off x="1315386" y="1307871"/>
              <a:ext cx="473740" cy="260341"/>
            </a:xfrm>
            <a:custGeom>
              <a:avLst/>
              <a:gdLst>
                <a:gd name="connsiteX0" fmla="*/ 0 w 7728155"/>
                <a:gd name="connsiteY0" fmla="*/ 5143500 h 5143500"/>
                <a:gd name="connsiteX1" fmla="*/ 3212990 w 7728155"/>
                <a:gd name="connsiteY1" fmla="*/ 0 h 5143500"/>
                <a:gd name="connsiteX2" fmla="*/ 7728155 w 7728155"/>
                <a:gd name="connsiteY2" fmla="*/ 0 h 5143500"/>
                <a:gd name="connsiteX3" fmla="*/ 4515165 w 7728155"/>
                <a:gd name="connsiteY3" fmla="*/ 5143500 h 5143500"/>
                <a:gd name="connsiteX4" fmla="*/ 0 w 7728155"/>
                <a:gd name="connsiteY4" fmla="*/ 5143500 h 5143500"/>
                <a:gd name="connsiteX0" fmla="*/ 21823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21823 w 7749978"/>
                <a:gd name="connsiteY4" fmla="*/ 5153332 h 5153332"/>
                <a:gd name="connsiteX0" fmla="*/ 11991 w 7749978"/>
                <a:gd name="connsiteY0" fmla="*/ 5153332 h 5153332"/>
                <a:gd name="connsiteX1" fmla="*/ 0 w 7749978"/>
                <a:gd name="connsiteY1" fmla="*/ 0 h 5153332"/>
                <a:gd name="connsiteX2" fmla="*/ 7749978 w 7749978"/>
                <a:gd name="connsiteY2" fmla="*/ 9832 h 5153332"/>
                <a:gd name="connsiteX3" fmla="*/ 4536988 w 7749978"/>
                <a:gd name="connsiteY3" fmla="*/ 5153332 h 5153332"/>
                <a:gd name="connsiteX4" fmla="*/ 11991 w 7749978"/>
                <a:gd name="connsiteY4" fmla="*/ 5153332 h 5153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9978" h="5153332">
                  <a:moveTo>
                    <a:pt x="11991" y="5153332"/>
                  </a:moveTo>
                  <a:cubicBezTo>
                    <a:pt x="4717" y="3435555"/>
                    <a:pt x="7274" y="1717777"/>
                    <a:pt x="0" y="0"/>
                  </a:cubicBezTo>
                  <a:lnTo>
                    <a:pt x="7749978" y="9832"/>
                  </a:lnTo>
                  <a:lnTo>
                    <a:pt x="4536988" y="5153332"/>
                  </a:lnTo>
                  <a:lnTo>
                    <a:pt x="11991" y="515333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algn="ctr" defTabSz="812740" rtl="0" eaLnBrk="1" fontAlgn="auto" latinLnBrk="0" hangingPunct="1">
                <a:lnSpc>
                  <a:spcPct val="90000"/>
                </a:lnSpc>
                <a:spcBef>
                  <a:spcPts val="0"/>
                </a:spcBef>
                <a:spcAft>
                  <a:spcPts val="0"/>
                </a:spcAft>
                <a:buClrTx/>
                <a:buSzTx/>
                <a:buFontTx/>
                <a:buNone/>
                <a:tabLst/>
                <a:defRPr/>
              </a:pPr>
              <a:endParaRPr kumimoji="0" lang="en-US" sz="2844" b="0" i="0" u="none" strike="noStrike" kern="1200" cap="none" spc="0" normalizeH="0" baseline="0" noProof="0">
                <a:ln>
                  <a:noFill/>
                </a:ln>
                <a:solidFill>
                  <a:srgbClr val="FFFFFF"/>
                </a:solidFill>
                <a:effectLst/>
                <a:uLnTx/>
                <a:uFillTx/>
                <a:latin typeface="Artifakt ElementOfc"/>
                <a:ea typeface="+mn-ea"/>
                <a:cs typeface="+mn-cs"/>
              </a:endParaRPr>
            </a:p>
          </p:txBody>
        </p:sp>
        <p:sp>
          <p:nvSpPr>
            <p:cNvPr id="8" name="Rectangle 7">
              <a:extLst>
                <a:ext uri="{FF2B5EF4-FFF2-40B4-BE49-F238E27FC236}">
                  <a16:creationId xmlns:a16="http://schemas.microsoft.com/office/drawing/2014/main" id="{45DFBF95-17EB-E066-2452-C5B96158C1D5}"/>
                </a:ext>
              </a:extLst>
            </p:cNvPr>
            <p:cNvSpPr/>
            <p:nvPr/>
          </p:nvSpPr>
          <p:spPr>
            <a:xfrm>
              <a:off x="-568853" y="1307871"/>
              <a:ext cx="2121108" cy="2603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609570" rtl="0" eaLnBrk="1" fontAlgn="auto" latinLnBrk="0" hangingPunct="1">
                <a:lnSpc>
                  <a:spcPct val="9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tifakt ElementOfc"/>
                <a:ea typeface="+mn-ea"/>
                <a:cs typeface="+mn-cs"/>
              </a:endParaRPr>
            </a:p>
          </p:txBody>
        </p:sp>
      </p:grpSp>
      <p:sp>
        <p:nvSpPr>
          <p:cNvPr id="9" name="Content Placeholder 2">
            <a:extLst>
              <a:ext uri="{FF2B5EF4-FFF2-40B4-BE49-F238E27FC236}">
                <a16:creationId xmlns:a16="http://schemas.microsoft.com/office/drawing/2014/main" id="{BA791DC5-9C71-BAB2-A3A3-B7BC5A37213E}"/>
              </a:ext>
            </a:extLst>
          </p:cNvPr>
          <p:cNvSpPr txBox="1">
            <a:spLocks/>
          </p:cNvSpPr>
          <p:nvPr/>
        </p:nvSpPr>
        <p:spPr>
          <a:xfrm>
            <a:off x="390143" y="1853184"/>
            <a:ext cx="5059680" cy="2360133"/>
          </a:xfrm>
          <a:prstGeom prst="rect">
            <a:avLst/>
          </a:prstGeom>
        </p:spPr>
        <p:txBody>
          <a:bodyPr vert="horz" lIns="0" tIns="0" rIns="0" bIns="0" rtlCol="0" anchor="t">
            <a:spAutoFit/>
          </a:bodyPr>
          <a:lstStyle>
            <a:lvl1pPr marL="228594" indent="-228594" algn="l" defTabSz="685783" rtl="0" eaLnBrk="1" latinLnBrk="0" hangingPunct="1">
              <a:lnSpc>
                <a:spcPct val="100000"/>
              </a:lnSpc>
              <a:spcBef>
                <a:spcPts val="2000"/>
              </a:spcBef>
              <a:buClr>
                <a:schemeClr val="tx2"/>
              </a:buClr>
              <a:buFont typeface="Wingdings 2" panose="05020102010507070707" pitchFamily="18" charset="2"/>
              <a:buChar char=""/>
              <a:defRPr sz="1600" kern="1200">
                <a:solidFill>
                  <a:schemeClr val="tx1"/>
                </a:solidFill>
                <a:latin typeface="+mn-lt"/>
                <a:ea typeface="+mn-ea"/>
                <a:cs typeface="+mn-cs"/>
              </a:defRPr>
            </a:lvl1pPr>
            <a:lvl2pPr marL="460364" indent="-231770" algn="l" defTabSz="685783" rtl="0" eaLnBrk="1" latinLnBrk="0" hangingPunct="1">
              <a:lnSpc>
                <a:spcPct val="100000"/>
              </a:lnSpc>
              <a:spcBef>
                <a:spcPts val="800"/>
              </a:spcBef>
              <a:buClr>
                <a:schemeClr val="tx2"/>
              </a:buClr>
              <a:buFont typeface="Courier New" panose="02070309020205020404" pitchFamily="49" charset="0"/>
              <a:buChar char="o"/>
              <a:defRPr sz="1400" kern="1200">
                <a:solidFill>
                  <a:schemeClr val="tx1"/>
                </a:solidFill>
                <a:latin typeface="+mn-lt"/>
                <a:ea typeface="+mn-ea"/>
                <a:cs typeface="+mn-cs"/>
              </a:defRPr>
            </a:lvl2pPr>
            <a:lvl3pPr marL="628634" indent="-171446" algn="l" defTabSz="685783"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3pPr>
            <a:lvl4pPr marL="857228" indent="-171446" algn="l" defTabSz="685783" rtl="0" eaLnBrk="1" latinLnBrk="0" hangingPunct="1">
              <a:lnSpc>
                <a:spcPct val="10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4pPr>
            <a:lvl5pPr marL="1085823" indent="-171446" algn="l" defTabSz="685783" rtl="0" eaLnBrk="1" latinLnBrk="0" hangingPunct="1">
              <a:lnSpc>
                <a:spcPct val="100000"/>
              </a:lnSpc>
              <a:spcBef>
                <a:spcPts val="400"/>
              </a:spcBef>
              <a:buClr>
                <a:schemeClr val="tx2"/>
              </a:buClr>
              <a:buFont typeface="Arial" panose="020B0604020202020204" pitchFamily="34" charset="0"/>
              <a:buChar char="•"/>
              <a:defRPr sz="11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2667"/>
              </a:spcBef>
              <a:spcAft>
                <a:spcPts val="1067"/>
              </a:spcAft>
              <a:buClr>
                <a:srgbClr val="666666"/>
              </a:buClr>
              <a:buSzTx/>
              <a:buFont typeface="Wingdings 2" panose="05020102010507070707" pitchFamily="18" charset="2"/>
              <a:buNone/>
              <a:tabLst/>
              <a:defRPr/>
            </a:pPr>
            <a:r>
              <a:rPr kumimoji="0" lang="en-US" sz="1600" b="0" i="0" u="none" strike="noStrike" kern="1200" cap="none" spc="0" normalizeH="0" baseline="0" noProof="0" dirty="0">
                <a:ln>
                  <a:noFill/>
                </a:ln>
                <a:solidFill>
                  <a:srgbClr val="FFFFFF"/>
                </a:solidFill>
                <a:effectLst/>
                <a:uLnTx/>
                <a:uFillTx/>
                <a:latin typeface="Artifakt ElementOfc"/>
                <a:ea typeface="+mn-ea"/>
                <a:cs typeface="Arial"/>
              </a:rPr>
              <a:t>Challenges</a:t>
            </a:r>
          </a:p>
          <a:p>
            <a:pPr marL="468633" marR="0" lvl="0" indent="-285750"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The Vault for Solidworks Add-In creates DWF files for 3D models and 2D drawings. This “DWF-Printer” cannot technically support all features. </a:t>
            </a:r>
          </a:p>
          <a:p>
            <a:pPr marL="468633" marR="0" lvl="0" indent="-285750"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Most customers expect PDF as a design representation or viewing format for Solidworks drawings.</a:t>
            </a:r>
          </a:p>
        </p:txBody>
      </p:sp>
      <p:sp>
        <p:nvSpPr>
          <p:cNvPr id="10" name="Content Placeholder 2">
            <a:extLst>
              <a:ext uri="{FF2B5EF4-FFF2-40B4-BE49-F238E27FC236}">
                <a16:creationId xmlns:a16="http://schemas.microsoft.com/office/drawing/2014/main" id="{27E49A32-6E51-437D-18D1-2A1916EB56C1}"/>
              </a:ext>
            </a:extLst>
          </p:cNvPr>
          <p:cNvSpPr txBox="1">
            <a:spLocks/>
          </p:cNvSpPr>
          <p:nvPr/>
        </p:nvSpPr>
        <p:spPr>
          <a:xfrm>
            <a:off x="390143" y="4247336"/>
            <a:ext cx="5059680" cy="2052357"/>
          </a:xfrm>
          <a:prstGeom prst="rect">
            <a:avLst/>
          </a:prstGeom>
        </p:spPr>
        <p:txBody>
          <a:bodyPr vert="horz" lIns="0" tIns="0" rIns="0" bIns="0" rtlCol="0" anchor="t">
            <a:spAutoFit/>
          </a:bodyPr>
          <a:lstStyle>
            <a:lvl1pPr marL="230188" indent="-230188" algn="l" defTabSz="685800" rtl="0" eaLnBrk="1" latinLnBrk="0" hangingPunct="1">
              <a:lnSpc>
                <a:spcPct val="90000"/>
              </a:lnSpc>
              <a:spcBef>
                <a:spcPts val="1800"/>
              </a:spcBef>
              <a:buClr>
                <a:schemeClr val="tx2"/>
              </a:buClr>
              <a:buFont typeface="Wingdings" charset="2"/>
              <a:buChar char="§"/>
              <a:tabLst/>
              <a:defRPr sz="1600" kern="1200">
                <a:solidFill>
                  <a:schemeClr val="tx1"/>
                </a:solidFill>
                <a:latin typeface="+mn-lt"/>
                <a:ea typeface="+mn-ea"/>
                <a:cs typeface="+mn-cs"/>
              </a:defRPr>
            </a:lvl1pPr>
            <a:lvl2pPr marL="576263" indent="-233363"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2pPr>
            <a:lvl3pPr marL="914400" indent="-228600"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3pPr>
            <a:lvl4pPr marL="1262063" indent="-233363"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4pPr>
            <a:lvl5pPr marL="1600200" indent="-228600"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2400"/>
              </a:spcBef>
              <a:spcAft>
                <a:spcPts val="1067"/>
              </a:spcAft>
              <a:buClr>
                <a:srgbClr val="0696D7"/>
              </a:buClr>
              <a:buSzTx/>
              <a:buFont typeface="Wingdings" charset="2"/>
              <a:buNone/>
              <a:tabLst/>
              <a:defRPr/>
            </a:pPr>
            <a:r>
              <a:rPr kumimoji="0" lang="en-US" sz="1600" b="0" i="0" u="none" strike="noStrike" kern="1200" cap="none" spc="0" normalizeH="0" baseline="0" noProof="0" dirty="0">
                <a:ln>
                  <a:noFill/>
                </a:ln>
                <a:solidFill>
                  <a:srgbClr val="FFFFFF"/>
                </a:solidFill>
                <a:effectLst/>
                <a:uLnTx/>
                <a:uFillTx/>
                <a:latin typeface="Artifakt ElementOfc"/>
                <a:ea typeface="+mn-ea"/>
                <a:cs typeface="Arial"/>
              </a:rPr>
              <a:t>Solution</a:t>
            </a:r>
          </a:p>
          <a:p>
            <a:pPr marL="487668" marR="0" lvl="0" indent="-304784"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The Technical Sales Job extension “ExportAnySample” added native Solidworks Save As PDF for 2D drawings.</a:t>
            </a:r>
          </a:p>
          <a:p>
            <a:pPr marL="487668" marR="0" lvl="0" indent="-304784" algn="l" defTabSz="914354" rtl="0" eaLnBrk="1" fontAlgn="auto" latinLnBrk="0" hangingPunct="1">
              <a:lnSpc>
                <a:spcPct val="114999"/>
              </a:lnSpc>
              <a:spcBef>
                <a:spcPts val="0"/>
              </a:spcBef>
              <a:spcAft>
                <a:spcPts val="0"/>
              </a:spcAft>
              <a:buClrTx/>
              <a:buSzTx/>
              <a:buFont typeface="Wingdings 2" panose="05020102010507070707" pitchFamily="18" charset="2"/>
              <a:buChar char=""/>
              <a:tabLst/>
              <a:defRPr/>
            </a:pPr>
            <a:r>
              <a:rPr kumimoji="0" lang="en-US" sz="1600" b="0" i="0" u="none" strike="noStrike" kern="1200" cap="none" spc="0" normalizeH="0" baseline="0" noProof="0" dirty="0">
                <a:ln>
                  <a:noFill/>
                </a:ln>
                <a:solidFill>
                  <a:srgbClr val="3C3C3C"/>
                </a:solidFill>
                <a:effectLst/>
                <a:uLnTx/>
                <a:uFillTx/>
                <a:latin typeface="Artifakt Element" panose="020B0503050000020004" pitchFamily="34" charset="0"/>
                <a:ea typeface="Artifakt Element" panose="020B0503050000020004" pitchFamily="34" charset="0"/>
                <a:cs typeface="+mn-cs"/>
              </a:rPr>
              <a:t>The PDF Design Representation files synchronize the revision index, and a matching “Released” state.</a:t>
            </a:r>
          </a:p>
        </p:txBody>
      </p:sp>
      <p:cxnSp>
        <p:nvCxnSpPr>
          <p:cNvPr id="13" name="Straight Connector 12">
            <a:extLst>
              <a:ext uri="{FF2B5EF4-FFF2-40B4-BE49-F238E27FC236}">
                <a16:creationId xmlns:a16="http://schemas.microsoft.com/office/drawing/2014/main" id="{836E08AC-4DDF-F339-3401-FB6CD04BF3A9}"/>
              </a:ext>
            </a:extLst>
          </p:cNvPr>
          <p:cNvCxnSpPr>
            <a:cxnSpLocks/>
          </p:cNvCxnSpPr>
          <p:nvPr/>
        </p:nvCxnSpPr>
        <p:spPr>
          <a:xfrm>
            <a:off x="390143" y="1536192"/>
            <a:ext cx="5059680" cy="0"/>
          </a:xfrm>
          <a:prstGeom prst="lin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pic>
        <p:nvPicPr>
          <p:cNvPr id="12" name="Picture 11">
            <a:extLst>
              <a:ext uri="{FF2B5EF4-FFF2-40B4-BE49-F238E27FC236}">
                <a16:creationId xmlns:a16="http://schemas.microsoft.com/office/drawing/2014/main" id="{843DA23F-E7EF-63F7-BCC7-7AB6ECC6CE1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05689" y="36342"/>
            <a:ext cx="1032444" cy="255547"/>
          </a:xfrm>
          <a:prstGeom prst="rect">
            <a:avLst/>
          </a:prstGeom>
        </p:spPr>
      </p:pic>
      <p:pic>
        <p:nvPicPr>
          <p:cNvPr id="1028" name="Picture 4">
            <a:extLst>
              <a:ext uri="{FF2B5EF4-FFF2-40B4-BE49-F238E27FC236}">
                <a16:creationId xmlns:a16="http://schemas.microsoft.com/office/drawing/2014/main" id="{13E86F6D-467E-EEA5-EA9B-4F8FD2850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5689" y="880864"/>
            <a:ext cx="5966969" cy="24955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57D8FB37-E3B2-168F-3FF5-47B3B962A5BE}"/>
              </a:ext>
            </a:extLst>
          </p:cNvPr>
          <p:cNvPicPr>
            <a:picLocks noChangeAspect="1"/>
          </p:cNvPicPr>
          <p:nvPr/>
        </p:nvPicPr>
        <p:blipFill>
          <a:blip r:embed="rId5"/>
          <a:stretch>
            <a:fillRect/>
          </a:stretch>
        </p:blipFill>
        <p:spPr>
          <a:xfrm>
            <a:off x="5974705" y="3539778"/>
            <a:ext cx="5997954" cy="1675318"/>
          </a:xfrm>
          <a:prstGeom prst="rect">
            <a:avLst/>
          </a:prstGeom>
        </p:spPr>
      </p:pic>
    </p:spTree>
    <p:extLst>
      <p:ext uri="{BB962C8B-B14F-4D97-AF65-F5344CB8AC3E}">
        <p14:creationId xmlns:p14="http://schemas.microsoft.com/office/powerpoint/2010/main" val="3538441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B2F3F-CD58-FA5C-9657-4A72E76FA4D9}"/>
              </a:ext>
            </a:extLst>
          </p:cNvPr>
          <p:cNvSpPr>
            <a:spLocks noGrp="1"/>
          </p:cNvSpPr>
          <p:nvPr>
            <p:ph type="title"/>
          </p:nvPr>
        </p:nvSpPr>
        <p:spPr>
          <a:xfrm>
            <a:off x="490136" y="487681"/>
            <a:ext cx="5430181" cy="517001"/>
          </a:xfrm>
        </p:spPr>
        <p:txBody>
          <a:bodyPr/>
          <a:lstStyle/>
          <a:p>
            <a:r>
              <a:rPr lang="en-US" dirty="0"/>
              <a:t>SolidWorks Drawing</a:t>
            </a:r>
          </a:p>
        </p:txBody>
      </p:sp>
      <p:sp>
        <p:nvSpPr>
          <p:cNvPr id="3" name="Text Placeholder 2">
            <a:extLst>
              <a:ext uri="{FF2B5EF4-FFF2-40B4-BE49-F238E27FC236}">
                <a16:creationId xmlns:a16="http://schemas.microsoft.com/office/drawing/2014/main" id="{5EFBE506-0584-6F9D-322C-D5EFAB132719}"/>
              </a:ext>
            </a:extLst>
          </p:cNvPr>
          <p:cNvSpPr>
            <a:spLocks noGrp="1"/>
          </p:cNvSpPr>
          <p:nvPr>
            <p:ph type="body" sz="quarter" idx="13"/>
          </p:nvPr>
        </p:nvSpPr>
        <p:spPr/>
        <p:txBody>
          <a:bodyPr/>
          <a:lstStyle/>
          <a:p>
            <a:r>
              <a:rPr lang="en-US" dirty="0"/>
              <a:t>PDF, DXF Export</a:t>
            </a:r>
          </a:p>
        </p:txBody>
      </p:sp>
      <p:sp>
        <p:nvSpPr>
          <p:cNvPr id="4" name="Content Placeholder 3">
            <a:extLst>
              <a:ext uri="{FF2B5EF4-FFF2-40B4-BE49-F238E27FC236}">
                <a16:creationId xmlns:a16="http://schemas.microsoft.com/office/drawing/2014/main" id="{A014E6B9-12D7-81F8-2288-4E7C7D72A602}"/>
              </a:ext>
            </a:extLst>
          </p:cNvPr>
          <p:cNvSpPr>
            <a:spLocks noGrp="1"/>
          </p:cNvSpPr>
          <p:nvPr>
            <p:ph idx="1"/>
          </p:nvPr>
        </p:nvSpPr>
        <p:spPr/>
        <p:txBody>
          <a:bodyPr>
            <a:normAutofit/>
          </a:bodyPr>
          <a:lstStyle/>
          <a:p>
            <a:r>
              <a:rPr lang="en-US" dirty="0"/>
              <a:t>PDF Export consumes job processor’s SolidWorks export options for PDF</a:t>
            </a:r>
          </a:p>
          <a:p>
            <a:r>
              <a:rPr lang="en-US" dirty="0"/>
              <a:t>Additional option to support common practice of splitting out Sheet Metal flat pattern documentation as DXF for laser cutting</a:t>
            </a:r>
          </a:p>
          <a:p>
            <a:pPr lvl="1"/>
            <a:r>
              <a:rPr lang="en-US" dirty="0"/>
              <a:t>Job iterates all drawing sheets</a:t>
            </a:r>
          </a:p>
          <a:p>
            <a:pPr lvl="2"/>
            <a:r>
              <a:rPr lang="en-US" dirty="0"/>
              <a:t>Add all sheets to PDF export file</a:t>
            </a:r>
          </a:p>
          <a:p>
            <a:pPr lvl="3"/>
            <a:r>
              <a:rPr lang="en-US" dirty="0"/>
              <a:t>Leverage configurable naming convention to exclude sheet metal flat pattern sheets</a:t>
            </a:r>
          </a:p>
          <a:p>
            <a:pPr lvl="2"/>
            <a:r>
              <a:rPr lang="en-US" dirty="0"/>
              <a:t>[Optional] Save sheet metal sheet as DXF file</a:t>
            </a:r>
          </a:p>
          <a:p>
            <a:pPr lvl="3"/>
            <a:r>
              <a:rPr lang="en-US" dirty="0"/>
              <a:t>Job leverages SolidWorks DXF export configuration including export *.</a:t>
            </a:r>
            <a:r>
              <a:rPr lang="en-US" dirty="0" err="1"/>
              <a:t>ini</a:t>
            </a:r>
            <a:r>
              <a:rPr lang="en-US" dirty="0"/>
              <a:t> file consumption</a:t>
            </a:r>
          </a:p>
        </p:txBody>
      </p:sp>
      <p:pic>
        <p:nvPicPr>
          <p:cNvPr id="6" name="Picture 5">
            <a:extLst>
              <a:ext uri="{FF2B5EF4-FFF2-40B4-BE49-F238E27FC236}">
                <a16:creationId xmlns:a16="http://schemas.microsoft.com/office/drawing/2014/main" id="{ACFD2AEC-7629-286F-734E-433F244E924E}"/>
              </a:ext>
            </a:extLst>
          </p:cNvPr>
          <p:cNvPicPr>
            <a:picLocks noChangeAspect="1"/>
          </p:cNvPicPr>
          <p:nvPr/>
        </p:nvPicPr>
        <p:blipFill>
          <a:blip r:embed="rId2"/>
          <a:stretch>
            <a:fillRect/>
          </a:stretch>
        </p:blipFill>
        <p:spPr>
          <a:xfrm>
            <a:off x="6456458" y="1555805"/>
            <a:ext cx="5644557" cy="2274066"/>
          </a:xfrm>
          <a:prstGeom prst="rect">
            <a:avLst/>
          </a:prstGeom>
        </p:spPr>
      </p:pic>
      <p:pic>
        <p:nvPicPr>
          <p:cNvPr id="10" name="Picture 9">
            <a:extLst>
              <a:ext uri="{FF2B5EF4-FFF2-40B4-BE49-F238E27FC236}">
                <a16:creationId xmlns:a16="http://schemas.microsoft.com/office/drawing/2014/main" id="{7199DD22-EFE1-3980-69BE-0FAF465D9823}"/>
              </a:ext>
            </a:extLst>
          </p:cNvPr>
          <p:cNvPicPr>
            <a:picLocks noChangeAspect="1"/>
          </p:cNvPicPr>
          <p:nvPr/>
        </p:nvPicPr>
        <p:blipFill>
          <a:blip r:embed="rId3"/>
          <a:stretch>
            <a:fillRect/>
          </a:stretch>
        </p:blipFill>
        <p:spPr>
          <a:xfrm>
            <a:off x="6456458" y="3977640"/>
            <a:ext cx="5644557" cy="2580047"/>
          </a:xfrm>
          <a:prstGeom prst="rect">
            <a:avLst/>
          </a:prstGeom>
        </p:spPr>
      </p:pic>
    </p:spTree>
    <p:extLst>
      <p:ext uri="{BB962C8B-B14F-4D97-AF65-F5344CB8AC3E}">
        <p14:creationId xmlns:p14="http://schemas.microsoft.com/office/powerpoint/2010/main" val="7781811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DF6E-F8A4-02C5-F0D1-04137AE6C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BEB55-0772-3F7E-B18C-1702ECB3EB04}"/>
              </a:ext>
            </a:extLst>
          </p:cNvPr>
          <p:cNvSpPr>
            <a:spLocks noGrp="1"/>
          </p:cNvSpPr>
          <p:nvPr>
            <p:ph type="title"/>
          </p:nvPr>
        </p:nvSpPr>
        <p:spPr/>
        <p:txBody>
          <a:bodyPr/>
          <a:lstStyle/>
          <a:p>
            <a:r>
              <a:rPr lang="en-US" dirty="0"/>
              <a:t>Download</a:t>
            </a:r>
          </a:p>
        </p:txBody>
      </p:sp>
      <p:sp>
        <p:nvSpPr>
          <p:cNvPr id="3" name="Text Placeholder 2">
            <a:extLst>
              <a:ext uri="{FF2B5EF4-FFF2-40B4-BE49-F238E27FC236}">
                <a16:creationId xmlns:a16="http://schemas.microsoft.com/office/drawing/2014/main" id="{F48176FB-F073-B287-D9F5-15D08FB8AF7F}"/>
              </a:ext>
            </a:extLst>
          </p:cNvPr>
          <p:cNvSpPr>
            <a:spLocks noGrp="1"/>
          </p:cNvSpPr>
          <p:nvPr>
            <p:ph type="body" sz="quarter" idx="13"/>
          </p:nvPr>
        </p:nvSpPr>
        <p:spPr/>
        <p:txBody>
          <a:bodyPr/>
          <a:lstStyle/>
          <a:p>
            <a:r>
              <a:rPr lang="en-US" dirty="0"/>
              <a:t>Source Code | Documentation</a:t>
            </a:r>
          </a:p>
        </p:txBody>
      </p:sp>
      <p:sp>
        <p:nvSpPr>
          <p:cNvPr id="4" name="Content Placeholder 3">
            <a:extLst>
              <a:ext uri="{FF2B5EF4-FFF2-40B4-BE49-F238E27FC236}">
                <a16:creationId xmlns:a16="http://schemas.microsoft.com/office/drawing/2014/main" id="{04315FFC-210F-3848-2BB5-B118CA8A2FF5}"/>
              </a:ext>
            </a:extLst>
          </p:cNvPr>
          <p:cNvSpPr>
            <a:spLocks noGrp="1"/>
          </p:cNvSpPr>
          <p:nvPr>
            <p:ph idx="1"/>
          </p:nvPr>
        </p:nvSpPr>
        <p:spPr/>
        <p:txBody>
          <a:bodyPr/>
          <a:lstStyle/>
          <a:p>
            <a:r>
              <a:rPr lang="en-US" dirty="0"/>
              <a:t>GitHub</a:t>
            </a:r>
          </a:p>
          <a:p>
            <a:pPr lvl="1"/>
            <a:r>
              <a:rPr lang="en-US" dirty="0">
                <a:solidFill>
                  <a:schemeClr val="accent5"/>
                </a:solidFill>
                <a:hlinkClick r:id="rId2">
                  <a:extLst>
                    <a:ext uri="{A12FA001-AC4F-418D-AE19-62706E023703}">
                      <ahyp:hlinkClr xmlns:ahyp="http://schemas.microsoft.com/office/drawing/2018/hyperlinkcolor" val="tx"/>
                    </a:ext>
                  </a:extLst>
                </a:hlinkClick>
              </a:rPr>
              <a:t>Source Code</a:t>
            </a:r>
            <a:endParaRPr lang="en-US" dirty="0">
              <a:solidFill>
                <a:schemeClr val="accent5"/>
              </a:solidFill>
            </a:endParaRPr>
          </a:p>
          <a:p>
            <a:pPr lvl="1"/>
            <a:r>
              <a:rPr lang="en-US" dirty="0">
                <a:solidFill>
                  <a:schemeClr val="bg2"/>
                </a:solidFill>
              </a:rPr>
              <a:t>Release – MSI Installers -&gt; To be done</a:t>
            </a:r>
          </a:p>
          <a:p>
            <a:pPr lvl="1"/>
            <a:r>
              <a:rPr lang="en-US" dirty="0">
                <a:solidFill>
                  <a:schemeClr val="bg2"/>
                </a:solidFill>
              </a:rPr>
              <a:t>Documentation -&gt; To be done</a:t>
            </a:r>
          </a:p>
        </p:txBody>
      </p:sp>
      <p:grpSp>
        <p:nvGrpSpPr>
          <p:cNvPr id="5" name="Group 4">
            <a:extLst>
              <a:ext uri="{FF2B5EF4-FFF2-40B4-BE49-F238E27FC236}">
                <a16:creationId xmlns:a16="http://schemas.microsoft.com/office/drawing/2014/main" id="{93805C5E-380A-5466-C5B0-D6DC6B21F383}"/>
              </a:ext>
            </a:extLst>
          </p:cNvPr>
          <p:cNvGrpSpPr>
            <a:grpSpLocks noChangeAspect="1"/>
          </p:cNvGrpSpPr>
          <p:nvPr/>
        </p:nvGrpSpPr>
        <p:grpSpPr>
          <a:xfrm>
            <a:off x="1415997" y="1019109"/>
            <a:ext cx="3089481" cy="2233919"/>
            <a:chOff x="5327650" y="3554413"/>
            <a:chExt cx="35094863" cy="25376187"/>
          </a:xfrm>
          <a:solidFill>
            <a:schemeClr val="accent5"/>
          </a:solidFill>
        </p:grpSpPr>
        <p:sp>
          <p:nvSpPr>
            <p:cNvPr id="6" name="Freeform 103">
              <a:hlinkClick r:id="rId2" tooltip="Source Code"/>
              <a:extLst>
                <a:ext uri="{FF2B5EF4-FFF2-40B4-BE49-F238E27FC236}">
                  <a16:creationId xmlns:a16="http://schemas.microsoft.com/office/drawing/2014/main" id="{EE85C07D-2F73-8F3A-0AF1-EF571639DB13}"/>
                </a:ext>
              </a:extLst>
            </p:cNvPr>
            <p:cNvSpPr>
              <a:spLocks/>
            </p:cNvSpPr>
            <p:nvPr/>
          </p:nvSpPr>
          <p:spPr bwMode="auto">
            <a:xfrm>
              <a:off x="5327650" y="15128876"/>
              <a:ext cx="35094863" cy="13801724"/>
            </a:xfrm>
            <a:custGeom>
              <a:avLst/>
              <a:gdLst>
                <a:gd name="T0" fmla="*/ 3749 w 3870"/>
                <a:gd name="T1" fmla="*/ 0 h 1525"/>
                <a:gd name="T2" fmla="*/ 3628 w 3870"/>
                <a:gd name="T3" fmla="*/ 121 h 1525"/>
                <a:gd name="T4" fmla="*/ 3628 w 3870"/>
                <a:gd name="T5" fmla="*/ 1284 h 1525"/>
                <a:gd name="T6" fmla="*/ 242 w 3870"/>
                <a:gd name="T7" fmla="*/ 1284 h 1525"/>
                <a:gd name="T8" fmla="*/ 242 w 3870"/>
                <a:gd name="T9" fmla="*/ 121 h 1525"/>
                <a:gd name="T10" fmla="*/ 121 w 3870"/>
                <a:gd name="T11" fmla="*/ 0 h 1525"/>
                <a:gd name="T12" fmla="*/ 0 w 3870"/>
                <a:gd name="T13" fmla="*/ 121 h 1525"/>
                <a:gd name="T14" fmla="*/ 0 w 3870"/>
                <a:gd name="T15" fmla="*/ 1405 h 1525"/>
                <a:gd name="T16" fmla="*/ 121 w 3870"/>
                <a:gd name="T17" fmla="*/ 1525 h 1525"/>
                <a:gd name="T18" fmla="*/ 3749 w 3870"/>
                <a:gd name="T19" fmla="*/ 1525 h 1525"/>
                <a:gd name="T20" fmla="*/ 3870 w 3870"/>
                <a:gd name="T21" fmla="*/ 1405 h 1525"/>
                <a:gd name="T22" fmla="*/ 3870 w 3870"/>
                <a:gd name="T23" fmla="*/ 121 h 1525"/>
                <a:gd name="T24" fmla="*/ 3749 w 3870"/>
                <a:gd name="T25" fmla="*/ 0 h 1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70" h="1525">
                  <a:moveTo>
                    <a:pt x="3749" y="0"/>
                  </a:moveTo>
                  <a:cubicBezTo>
                    <a:pt x="3682" y="0"/>
                    <a:pt x="3628" y="54"/>
                    <a:pt x="3628" y="121"/>
                  </a:cubicBezTo>
                  <a:cubicBezTo>
                    <a:pt x="3628" y="1284"/>
                    <a:pt x="3628" y="1284"/>
                    <a:pt x="3628" y="1284"/>
                  </a:cubicBezTo>
                  <a:cubicBezTo>
                    <a:pt x="242" y="1284"/>
                    <a:pt x="242" y="1284"/>
                    <a:pt x="242" y="1284"/>
                  </a:cubicBezTo>
                  <a:cubicBezTo>
                    <a:pt x="242" y="121"/>
                    <a:pt x="242" y="121"/>
                    <a:pt x="242" y="121"/>
                  </a:cubicBezTo>
                  <a:cubicBezTo>
                    <a:pt x="242" y="54"/>
                    <a:pt x="188" y="0"/>
                    <a:pt x="121" y="0"/>
                  </a:cubicBezTo>
                  <a:cubicBezTo>
                    <a:pt x="55" y="0"/>
                    <a:pt x="0" y="54"/>
                    <a:pt x="0" y="121"/>
                  </a:cubicBezTo>
                  <a:cubicBezTo>
                    <a:pt x="0" y="1405"/>
                    <a:pt x="0" y="1405"/>
                    <a:pt x="0" y="1405"/>
                  </a:cubicBezTo>
                  <a:cubicBezTo>
                    <a:pt x="0" y="1471"/>
                    <a:pt x="55" y="1525"/>
                    <a:pt x="121" y="1525"/>
                  </a:cubicBezTo>
                  <a:cubicBezTo>
                    <a:pt x="3749" y="1525"/>
                    <a:pt x="3749" y="1525"/>
                    <a:pt x="3749" y="1525"/>
                  </a:cubicBezTo>
                  <a:cubicBezTo>
                    <a:pt x="3815" y="1525"/>
                    <a:pt x="3870" y="1471"/>
                    <a:pt x="3870" y="1405"/>
                  </a:cubicBezTo>
                  <a:cubicBezTo>
                    <a:pt x="3870" y="121"/>
                    <a:pt x="3870" y="121"/>
                    <a:pt x="3870" y="121"/>
                  </a:cubicBezTo>
                  <a:cubicBezTo>
                    <a:pt x="3870" y="54"/>
                    <a:pt x="3815" y="0"/>
                    <a:pt x="374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Freeform 104">
              <a:hlinkClick r:id="rId2" tooltip="Source Code"/>
              <a:extLst>
                <a:ext uri="{FF2B5EF4-FFF2-40B4-BE49-F238E27FC236}">
                  <a16:creationId xmlns:a16="http://schemas.microsoft.com/office/drawing/2014/main" id="{04FC7465-638E-DBBB-DC16-2D4B34A6E004}"/>
                </a:ext>
              </a:extLst>
            </p:cNvPr>
            <p:cNvSpPr>
              <a:spLocks/>
            </p:cNvSpPr>
            <p:nvPr/>
          </p:nvSpPr>
          <p:spPr bwMode="auto">
            <a:xfrm>
              <a:off x="15257463" y="3554413"/>
              <a:ext cx="15816263" cy="16743362"/>
            </a:xfrm>
            <a:custGeom>
              <a:avLst/>
              <a:gdLst>
                <a:gd name="T0" fmla="*/ 9963 w 9963"/>
                <a:gd name="T1" fmla="*/ 6071 h 10547"/>
                <a:gd name="T2" fmla="*/ 8969 w 9963"/>
                <a:gd name="T3" fmla="*/ 5017 h 10547"/>
                <a:gd name="T4" fmla="*/ 5792 w 9963"/>
                <a:gd name="T5" fmla="*/ 7981 h 10547"/>
                <a:gd name="T6" fmla="*/ 5792 w 9963"/>
                <a:gd name="T7" fmla="*/ 0 h 10547"/>
                <a:gd name="T8" fmla="*/ 4176 w 9963"/>
                <a:gd name="T9" fmla="*/ 0 h 10547"/>
                <a:gd name="T10" fmla="*/ 4176 w 9963"/>
                <a:gd name="T11" fmla="*/ 7981 h 10547"/>
                <a:gd name="T12" fmla="*/ 1000 w 9963"/>
                <a:gd name="T13" fmla="*/ 5017 h 10547"/>
                <a:gd name="T14" fmla="*/ 0 w 9963"/>
                <a:gd name="T15" fmla="*/ 6071 h 10547"/>
                <a:gd name="T16" fmla="*/ 4981 w 9963"/>
                <a:gd name="T17" fmla="*/ 10547 h 10547"/>
                <a:gd name="T18" fmla="*/ 9963 w 9963"/>
                <a:gd name="T19" fmla="*/ 6071 h 10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63" h="10547">
                  <a:moveTo>
                    <a:pt x="9963" y="6071"/>
                  </a:moveTo>
                  <a:lnTo>
                    <a:pt x="8969" y="5017"/>
                  </a:lnTo>
                  <a:lnTo>
                    <a:pt x="5792" y="7981"/>
                  </a:lnTo>
                  <a:lnTo>
                    <a:pt x="5792" y="0"/>
                  </a:lnTo>
                  <a:lnTo>
                    <a:pt x="4176" y="0"/>
                  </a:lnTo>
                  <a:lnTo>
                    <a:pt x="4176" y="7981"/>
                  </a:lnTo>
                  <a:lnTo>
                    <a:pt x="1000" y="5017"/>
                  </a:lnTo>
                  <a:lnTo>
                    <a:pt x="0" y="6071"/>
                  </a:lnTo>
                  <a:lnTo>
                    <a:pt x="4981" y="10547"/>
                  </a:lnTo>
                  <a:lnTo>
                    <a:pt x="9963" y="607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8" name="TextBox 7">
            <a:extLst>
              <a:ext uri="{FF2B5EF4-FFF2-40B4-BE49-F238E27FC236}">
                <a16:creationId xmlns:a16="http://schemas.microsoft.com/office/drawing/2014/main" id="{396CE656-9EC2-AA53-DE6F-79BFB201BBBC}"/>
              </a:ext>
            </a:extLst>
          </p:cNvPr>
          <p:cNvSpPr txBox="1"/>
          <p:nvPr/>
        </p:nvSpPr>
        <p:spPr>
          <a:xfrm>
            <a:off x="0" y="-3258"/>
            <a:ext cx="5921477" cy="307777"/>
          </a:xfrm>
          <a:prstGeom prst="rect">
            <a:avLst/>
          </a:prstGeom>
          <a:solidFill>
            <a:schemeClr val="bg2"/>
          </a:solidFill>
        </p:spPr>
        <p:txBody>
          <a:bodyPr wrap="square" lIns="0" tIns="0" rIns="0" bIns="0" rtlCol="0">
            <a:spAutoFit/>
          </a:bodyPr>
          <a:lstStyle/>
          <a:p>
            <a:pPr marL="1162050" marR="0" lvl="0" indent="0" algn="l"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Technical Sales Extension | Sample Code  </a:t>
            </a:r>
          </a:p>
        </p:txBody>
      </p:sp>
      <p:pic>
        <p:nvPicPr>
          <p:cNvPr id="12" name="Picture 11">
            <a:extLst>
              <a:ext uri="{FF2B5EF4-FFF2-40B4-BE49-F238E27FC236}">
                <a16:creationId xmlns:a16="http://schemas.microsoft.com/office/drawing/2014/main" id="{843DA23F-E7EF-63F7-BCC7-7AB6ECC6CE1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942" y="33082"/>
            <a:ext cx="1032444" cy="255547"/>
          </a:xfrm>
          <a:prstGeom prst="rect">
            <a:avLst/>
          </a:prstGeom>
        </p:spPr>
      </p:pic>
    </p:spTree>
    <p:extLst>
      <p:ext uri="{BB962C8B-B14F-4D97-AF65-F5344CB8AC3E}">
        <p14:creationId xmlns:p14="http://schemas.microsoft.com/office/powerpoint/2010/main" val="414748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2248B84-D035-25F2-6D64-33F09C3CD11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07073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1_Autodesk Theme">
  <a:themeElements>
    <a:clrScheme name="Autodesk New Brand 22">
      <a:dk1>
        <a:srgbClr val="000000"/>
      </a:dk1>
      <a:lt1>
        <a:srgbClr val="FFFFFF"/>
      </a:lt1>
      <a:dk2>
        <a:srgbClr val="666666"/>
      </a:dk2>
      <a:lt2>
        <a:srgbClr val="CCCCCC"/>
      </a:lt2>
      <a:accent1>
        <a:srgbClr val="2BC275"/>
      </a:accent1>
      <a:accent2>
        <a:srgbClr val="5F60FF"/>
      </a:accent2>
      <a:accent3>
        <a:srgbClr val="D74E26"/>
      </a:accent3>
      <a:accent4>
        <a:srgbClr val="FFC31A"/>
      </a:accent4>
      <a:accent5>
        <a:srgbClr val="37A5CC"/>
      </a:accent5>
      <a:accent6>
        <a:srgbClr val="E51050"/>
      </a:accent6>
      <a:hlink>
        <a:srgbClr val="000000"/>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Autodesk Vault (MKoe).potx" id="{80E46181-C042-4175-A909-500C6C4BAC85}" vid="{B8E57BB9-EC0F-47E7-BC4D-0DDEBF4E9449}"/>
    </a:ext>
  </a:extLst>
</a:theme>
</file>

<file path=ppt/theme/theme2.xml><?xml version="1.0" encoding="utf-8"?>
<a:theme xmlns:a="http://schemas.openxmlformats.org/drawingml/2006/main" name="Vault-MKoe-Theme">
  <a:themeElements>
    <a:clrScheme name="Autodesk New Brand 22">
      <a:dk1>
        <a:srgbClr val="000000"/>
      </a:dk1>
      <a:lt1>
        <a:srgbClr val="FFFFFF"/>
      </a:lt1>
      <a:dk2>
        <a:srgbClr val="666666"/>
      </a:dk2>
      <a:lt2>
        <a:srgbClr val="CCCCCC"/>
      </a:lt2>
      <a:accent1>
        <a:srgbClr val="2BC275"/>
      </a:accent1>
      <a:accent2>
        <a:srgbClr val="5F60FF"/>
      </a:accent2>
      <a:accent3>
        <a:srgbClr val="D74E26"/>
      </a:accent3>
      <a:accent4>
        <a:srgbClr val="FFC31A"/>
      </a:accent4>
      <a:accent5>
        <a:srgbClr val="37A5CC"/>
      </a:accent5>
      <a:accent6>
        <a:srgbClr val="E51050"/>
      </a:accent6>
      <a:hlink>
        <a:srgbClr val="000000"/>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Vault-MKoe-Theme" id="{DFAECF0C-53FD-480A-9576-A46CC069FF39}" vid="{3B682BFA-256E-43AE-9F5E-876E7293505D}"/>
    </a:ext>
  </a:extLst>
</a:theme>
</file>

<file path=ppt/theme/theme3.xml><?xml version="1.0" encoding="utf-8"?>
<a:theme xmlns:a="http://schemas.openxmlformats.org/drawingml/2006/main" name="3_Autodesk Theme">
  <a:themeElements>
    <a:clrScheme name="Autodesk New Brand 22">
      <a:dk1>
        <a:srgbClr val="000000"/>
      </a:dk1>
      <a:lt1>
        <a:srgbClr val="FFFFFF"/>
      </a:lt1>
      <a:dk2>
        <a:srgbClr val="666666"/>
      </a:dk2>
      <a:lt2>
        <a:srgbClr val="CCCCCC"/>
      </a:lt2>
      <a:accent1>
        <a:srgbClr val="2BC275"/>
      </a:accent1>
      <a:accent2>
        <a:srgbClr val="5F60FF"/>
      </a:accent2>
      <a:accent3>
        <a:srgbClr val="D74E26"/>
      </a:accent3>
      <a:accent4>
        <a:srgbClr val="FFC31A"/>
      </a:accent4>
      <a:accent5>
        <a:srgbClr val="37A5CC"/>
      </a:accent5>
      <a:accent6>
        <a:srgbClr val="E51050"/>
      </a:accent6>
      <a:hlink>
        <a:srgbClr val="000000"/>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Autodesk Vault (MKoe).potx" id="{7FEFD6CA-3F8A-4AEB-AE81-232278A86B2E}" vid="{7FFF3C08-6C3C-4023-A90A-B7884CAE689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561</Words>
  <Application>Microsoft Office PowerPoint</Application>
  <PresentationFormat>Widescreen</PresentationFormat>
  <Paragraphs>80</Paragraphs>
  <Slides>10</Slides>
  <Notes>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10</vt:i4>
      </vt:variant>
    </vt:vector>
  </HeadingPairs>
  <TitlesOfParts>
    <vt:vector size="22" baseType="lpstr">
      <vt:lpstr>Aptos</vt:lpstr>
      <vt:lpstr>Arial</vt:lpstr>
      <vt:lpstr>Artifakt Element</vt:lpstr>
      <vt:lpstr>Artifakt ElementOfc</vt:lpstr>
      <vt:lpstr>Calibri</vt:lpstr>
      <vt:lpstr>Courier New</vt:lpstr>
      <vt:lpstr>Helvetica Neue</vt:lpstr>
      <vt:lpstr>Wingdings</vt:lpstr>
      <vt:lpstr>Wingdings 2</vt:lpstr>
      <vt:lpstr>1_Autodesk Theme</vt:lpstr>
      <vt:lpstr>Vault-MKoe-Theme</vt:lpstr>
      <vt:lpstr>3_Autodesk Theme</vt:lpstr>
      <vt:lpstr>Autodesk Technical Sales Vault-Job-Collection</vt:lpstr>
      <vt:lpstr>Overview</vt:lpstr>
      <vt:lpstr>Revit Exports</vt:lpstr>
      <vt:lpstr>Revit Exports</vt:lpstr>
      <vt:lpstr>Navisworks – Import AnyCAD</vt:lpstr>
      <vt:lpstr>Navisworks Import Job</vt:lpstr>
      <vt:lpstr>SolidWorks Drawing -&gt; PDF</vt:lpstr>
      <vt:lpstr>SolidWorks Drawing</vt:lpstr>
      <vt:lpstr>Download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Markus Koechl</dc:creator>
  <cp:lastModifiedBy>Markus Koechl</cp:lastModifiedBy>
  <cp:revision>2</cp:revision>
  <dcterms:created xsi:type="dcterms:W3CDTF">2026-04-09T14:33:42Z</dcterms:created>
  <dcterms:modified xsi:type="dcterms:W3CDTF">2026-04-09T14:38:15Z</dcterms:modified>
</cp:coreProperties>
</file>